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2"/>
  </p:notesMasterIdLst>
  <p:handoutMasterIdLst>
    <p:handoutMasterId r:id="rId43"/>
  </p:handoutMasterIdLst>
  <p:sldIdLst>
    <p:sldId id="256" r:id="rId11"/>
    <p:sldId id="257" r:id="rId12"/>
    <p:sldId id="258" r:id="rId13"/>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ktioner" id="{69B31D63-6B9C-4112-9EA6-CB142D47AA0B}">
          <p14:sldIdLst>
            <p14:sldId id="349"/>
            <p14:sldId id="350"/>
            <p14:sldId id="352"/>
            <p14:sldId id="353"/>
          </p14:sldIdLst>
        </p14:section>
        <p14:section name="Presentation" id="{B972C155-D5BF-46A7-B591-A42909CFC1FA}">
          <p14:sldIdLst>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22" autoAdjust="0"/>
    <p:restoredTop sz="89245" autoAdjust="0"/>
  </p:normalViewPr>
  <p:slideViewPr>
    <p:cSldViewPr snapToGrid="0">
      <p:cViewPr varScale="1">
        <p:scale>
          <a:sx n="196" d="100"/>
          <a:sy n="196" d="100"/>
        </p:scale>
        <p:origin x="1568" y="168"/>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90" d="100"/>
          <a:sy n="90" d="100"/>
        </p:scale>
        <p:origin x="3594" y="9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42" Type="http://schemas.openxmlformats.org/officeDocument/2006/relationships/notesMaster" Target="notesMasters/notesMaster1.xml"/><Relationship Id="rId43" Type="http://schemas.openxmlformats.org/officeDocument/2006/relationships/handoutMaster" Target="handoutMasters/handout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8FDC7F-BDAC-9EC2-DA94-3B99413B9C8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975C95E-6FDB-64D0-C35C-135B89A47C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9FD4D2-61E1-4874-918D-8773C03BE458}" type="datetimeFigureOut">
              <a:rPr lang="en-GB" smtClean="0"/>
              <a:t>13/05/2026</a:t>
            </a:fld>
            <a:endParaRPr lang="en-GB"/>
          </a:p>
        </p:txBody>
      </p:sp>
      <p:sp>
        <p:nvSpPr>
          <p:cNvPr id="4" name="Footer Placeholder 3">
            <a:extLst>
              <a:ext uri="{FF2B5EF4-FFF2-40B4-BE49-F238E27FC236}">
                <a16:creationId xmlns:a16="http://schemas.microsoft.com/office/drawing/2014/main" id="{3BADBA7E-7D98-B0B4-31E6-A68CC0D873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62EC898-126E-9391-3F12-B74F00619C5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29AEDFE-DD79-424E-BB40-F09697A6D227}" type="slidenum">
              <a:rPr lang="en-GB" smtClean="0"/>
              <a:t>‹#›</a:t>
            </a:fld>
            <a:endParaRPr lang="en-GB"/>
          </a:p>
        </p:txBody>
      </p:sp>
    </p:spTree>
    <p:extLst>
      <p:ext uri="{BB962C8B-B14F-4D97-AF65-F5344CB8AC3E}">
        <p14:creationId xmlns:p14="http://schemas.microsoft.com/office/powerpoint/2010/main" val="1302359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6CD27F-57ED-4050-A749-338366197E0D}" type="datetimeFigureOut">
              <a:rPr lang="sv-SE" smtClean="0"/>
              <a:t>2026-05-13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9CD586-C145-4C08-8ECD-C931AA628107}" type="slidenum">
              <a:rPr lang="sv-SE" smtClean="0"/>
              <a:t>‹#›</a:t>
            </a:fld>
            <a:endParaRPr lang="sv-SE"/>
          </a:p>
        </p:txBody>
      </p:sp>
    </p:spTree>
    <p:extLst>
      <p:ext uri="{BB962C8B-B14F-4D97-AF65-F5344CB8AC3E}">
        <p14:creationId xmlns:p14="http://schemas.microsoft.com/office/powerpoint/2010/main" val="3998416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docs/method_review.md sections 1, 2 and 5. The three findings are in section 1; the ten code-vs-paper differences in section 5; the five questions in section 9. The deposit is osf.io/gs4bu, downloaded 2026-08-20. The 50 000-100 000 figure and the 18-44% are from section 4.2, computed by replication/review_osf.py from the raw pickles. The point to land: the review was possible because the model could RUN the artefacts.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prompts are verbatim from the prompt log, a UserPromptSubmit hook that writes one JSON line per prompt I type (project, machine, model, timestamp). Typos left in deliberately - the prompts were not crafted. The setup column is compressed from the prompts of 2026-08-17 to 08-20. If asked how long: first prompt 17 Aug, review prompt 23 Aug.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limits column is the one to dwell on. The earlier wrong conclusion is in section 1 of the review: we had recorded that a discrepancy 'traces to a calibration-table limitation' - that was wrong, and the review overturned it. That is the argument for artefacts over assertions. Section 2.3 of the review lists what was not done; I did not write that list, the model did, on being asked to describe its procedure.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1.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si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A312235-4994-6206-B01A-47334AA8803C}"/>
              </a:ext>
            </a:extLst>
          </p:cNvPr>
          <p:cNvSpPr>
            <a:spLocks noGrp="1"/>
          </p:cNvSpPr>
          <p:nvPr>
            <p:ph type="pic" sz="quarter" idx="13" hasCustomPrompt="1"/>
          </p:nvPr>
        </p:nvSpPr>
        <p:spPr bwMode="white">
          <a:xfrm>
            <a:off x="0" y="0"/>
            <a:ext cx="12192000" cy="6858000"/>
          </a:xfrm>
          <a:prstGeom prst="rect">
            <a:avLst/>
          </a:prstGeom>
          <a:solidFill>
            <a:schemeClr val="accent1"/>
          </a:solidFill>
        </p:spPr>
        <p:txBody>
          <a:bodyPr/>
          <a:lstStyle>
            <a:lvl1pPr>
              <a:buFontTx/>
              <a:buNone/>
              <a:defRPr sz="100">
                <a:noFill/>
              </a:defRPr>
            </a:lvl1pPr>
          </a:lstStyle>
          <a:p>
            <a:r>
              <a:rPr lang="sv-SE" dirty="0"/>
              <a:t>Chalmers Stiftelse SV</a:t>
            </a:r>
          </a:p>
        </p:txBody>
      </p:sp>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4716463" y="2908300"/>
            <a:ext cx="7065961" cy="1752600"/>
          </a:xfrm>
          <a:prstGeom prst="rect">
            <a:avLst/>
          </a:prstGeom>
        </p:spPr>
        <p:txBody>
          <a:bodyPr anchor="t"/>
          <a:lstStyle>
            <a:lvl1pPr algn="l">
              <a:defRPr sz="6000" spc="-90" baseline="0">
                <a:solidFill>
                  <a:schemeClr val="bg1"/>
                </a:solidFill>
              </a:defRPr>
            </a:lvl1pPr>
          </a:lstStyle>
          <a:p>
            <a:r>
              <a:rPr lang="sv-SE"/>
              <a:t>Klicka här för att ändra mall för rubrikformat</a:t>
            </a:r>
            <a:endParaRPr lang="sv-SE" dirty="0"/>
          </a:p>
        </p:txBody>
      </p:sp>
      <p:sp>
        <p:nvSpPr>
          <p:cNvPr id="3" name="TextBox 2">
            <a:extLst>
              <a:ext uri="{FF2B5EF4-FFF2-40B4-BE49-F238E27FC236}">
                <a16:creationId xmlns:a16="http://schemas.microsoft.com/office/drawing/2014/main" id="{8956B188-FE4D-467B-6B9E-AC192F6D3264}"/>
              </a:ext>
            </a:extLst>
          </p:cNvPr>
          <p:cNvSpPr txBox="1"/>
          <p:nvPr userDrawn="1"/>
        </p:nvSpPr>
        <p:spPr>
          <a:xfrm>
            <a:off x="0" y="-660400"/>
            <a:ext cx="12192000" cy="554610"/>
          </a:xfrm>
          <a:prstGeom prst="rect">
            <a:avLst/>
          </a:prstGeom>
          <a:solidFill>
            <a:schemeClr val="bg1"/>
          </a:solidFill>
        </p:spPr>
        <p:txBody>
          <a:bodyPr wrap="square" lIns="144000" tIns="0" rIns="144000" bIns="0" rtlCol="0" anchor="ctr" anchorCtr="0">
            <a:noAutofit/>
          </a:bodyPr>
          <a:lstStyle/>
          <a:p>
            <a:pPr algn="l"/>
            <a:r>
              <a:rPr lang="sv-SE" sz="1400" dirty="0">
                <a:cs typeface="Arial" panose="020B0604020202020204" pitchFamily="34" charset="0"/>
              </a:rPr>
              <a:t>När bildplatshållaren är gömd bakom rubriken: Klicka på bildplatshållaren och gå till </a:t>
            </a:r>
            <a:r>
              <a:rPr lang="sv-SE" sz="1400" b="1" dirty="0">
                <a:cs typeface="Arial" panose="020B0604020202020204" pitchFamily="34" charset="0"/>
              </a:rPr>
              <a:t>Infoga – Bilder</a:t>
            </a:r>
            <a:r>
              <a:rPr lang="sv-SE" sz="1400" dirty="0">
                <a:cs typeface="Arial" panose="020B0604020202020204" pitchFamily="34" charset="0"/>
              </a:rPr>
              <a:t> för att fylla den med en bild eller dra bilden till bildplatshållaren.</a:t>
            </a:r>
          </a:p>
        </p:txBody>
      </p:sp>
      <p:sp>
        <p:nvSpPr>
          <p:cNvPr id="7" name="Text Placeholder 12">
            <a:extLst>
              <a:ext uri="{FF2B5EF4-FFF2-40B4-BE49-F238E27FC236}">
                <a16:creationId xmlns:a16="http://schemas.microsoft.com/office/drawing/2014/main" id="{D4E15543-85C8-683D-8564-621C818C82C7}"/>
              </a:ext>
            </a:extLst>
          </p:cNvPr>
          <p:cNvSpPr>
            <a:spLocks noGrp="1"/>
          </p:cNvSpPr>
          <p:nvPr>
            <p:ph type="body" sz="quarter" idx="14" hasCustomPrompt="1"/>
          </p:nvPr>
        </p:nvSpPr>
        <p:spPr bwMode="black">
          <a:xfrm>
            <a:off x="387350" y="3078161"/>
            <a:ext cx="3653999" cy="813864"/>
          </a:xfrm>
          <a:prstGeom prst="rect">
            <a:avLst/>
          </a:prstGeo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sv-SE"/>
              <a:t> </a:t>
            </a:r>
            <a:endParaRPr lang="sv-SE" dirty="0"/>
          </a:p>
        </p:txBody>
      </p:sp>
    </p:spTree>
    <p:extLst>
      <p:ext uri="{BB962C8B-B14F-4D97-AF65-F5344CB8AC3E}">
        <p14:creationId xmlns:p14="http://schemas.microsoft.com/office/powerpoint/2010/main" val="317769262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sida ordmärk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4716462" y="2309586"/>
            <a:ext cx="7066800" cy="2198911"/>
          </a:xfrm>
          <a:prstGeom prst="rect">
            <a:avLst/>
          </a:prstGeom>
        </p:spPr>
        <p:txBody>
          <a:bodyPr anchor="t"/>
          <a:lstStyle>
            <a:lvl1pPr algn="l">
              <a:defRPr sz="4800" spc="-90" baseline="0">
                <a:solidFill>
                  <a:schemeClr val="bg1"/>
                </a:solidFill>
              </a:defRPr>
            </a:lvl1pPr>
          </a:lstStyle>
          <a:p>
            <a:r>
              <a:rPr lang="sv-SE"/>
              <a:t>Klicka här för att ändra mall för rubrikformat</a:t>
            </a:r>
            <a:endParaRPr lang="sv-SE" dirty="0"/>
          </a:p>
        </p:txBody>
      </p:sp>
      <p:pic>
        <p:nvPicPr>
          <p:cNvPr id="3" name="Bild 2">
            <a:extLst>
              <a:ext uri="{FF2B5EF4-FFF2-40B4-BE49-F238E27FC236}">
                <a16:creationId xmlns:a16="http://schemas.microsoft.com/office/drawing/2014/main" id="{3998DA44-28F6-7BC6-80DE-2829A51FBE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05396" y="2222706"/>
            <a:ext cx="2453640" cy="2233152"/>
          </a:xfrm>
          <a:prstGeom prst="rect">
            <a:avLst/>
          </a:prstGeom>
        </p:spPr>
      </p:pic>
    </p:spTree>
    <p:extLst>
      <p:ext uri="{BB962C8B-B14F-4D97-AF65-F5344CB8AC3E}">
        <p14:creationId xmlns:p14="http://schemas.microsoft.com/office/powerpoint/2010/main" val="30120738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Kapitel">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037B9119-FC7B-D7E8-9176-4459568ED4E1}"/>
              </a:ext>
            </a:extLst>
          </p:cNvPr>
          <p:cNvSpPr>
            <a:spLocks noGrp="1"/>
          </p:cNvSpPr>
          <p:nvPr>
            <p:ph type="pic" sz="quarter" idx="13"/>
          </p:nvPr>
        </p:nvSpPr>
        <p:spPr bwMode="white">
          <a:xfrm>
            <a:off x="0" y="0"/>
            <a:ext cx="12192000" cy="6858000"/>
          </a:xfrm>
          <a:prstGeom prst="rect">
            <a:avLst/>
          </a:prstGeom>
          <a:solidFill>
            <a:schemeClr val="accent1"/>
          </a:solidFill>
        </p:spPr>
        <p:txBody>
          <a:bodyPr/>
          <a:lstStyle>
            <a:lvl1pPr>
              <a:buFontTx/>
              <a:buNone/>
              <a:defRPr sz="100">
                <a:noFill/>
              </a:defRPr>
            </a:lvl1pPr>
          </a:lstStyle>
          <a:p>
            <a:r>
              <a:rPr lang="sv-SE"/>
              <a:t>Klicka på ikonen för att lägga till en bild</a:t>
            </a:r>
            <a:endParaRPr lang="sv-SE" dirty="0"/>
          </a:p>
        </p:txBody>
      </p:sp>
      <p:sp>
        <p:nvSpPr>
          <p:cNvPr id="2" name="Title 1">
            <a:extLst>
              <a:ext uri="{FF2B5EF4-FFF2-40B4-BE49-F238E27FC236}">
                <a16:creationId xmlns:a16="http://schemas.microsoft.com/office/drawing/2014/main" id="{C9A0D443-F1F6-32A3-4115-F58A2E65C217}"/>
              </a:ext>
            </a:extLst>
          </p:cNvPr>
          <p:cNvSpPr>
            <a:spLocks noGrp="1"/>
          </p:cNvSpPr>
          <p:nvPr>
            <p:ph type="title"/>
          </p:nvPr>
        </p:nvSpPr>
        <p:spPr bwMode="black">
          <a:xfrm>
            <a:off x="377509" y="1606550"/>
            <a:ext cx="9032875" cy="3644900"/>
          </a:xfrm>
          <a:prstGeom prst="rect">
            <a:avLst/>
          </a:prstGeom>
        </p:spPr>
        <p:txBody>
          <a:bodyPr anchor="ctr" anchorCtr="0"/>
          <a:lstStyle>
            <a:lvl1pPr>
              <a:defRPr sz="6000" spc="-90" baseline="0">
                <a:solidFill>
                  <a:schemeClr val="bg1"/>
                </a:solidFill>
              </a:defRPr>
            </a:lvl1pPr>
          </a:lstStyle>
          <a:p>
            <a:r>
              <a:rPr lang="sv-SE"/>
              <a:t>Klicka här för att ändra mall för rubrikformat</a:t>
            </a:r>
            <a:endParaRPr lang="sv-SE" dirty="0"/>
          </a:p>
        </p:txBody>
      </p:sp>
      <p:sp>
        <p:nvSpPr>
          <p:cNvPr id="3" name="Date Placeholder 2">
            <a:extLst>
              <a:ext uri="{FF2B5EF4-FFF2-40B4-BE49-F238E27FC236}">
                <a16:creationId xmlns:a16="http://schemas.microsoft.com/office/drawing/2014/main" id="{18ABE1B7-8EAD-7D86-7F88-FCFF3A0A9B92}"/>
              </a:ext>
            </a:extLst>
          </p:cNvPr>
          <p:cNvSpPr>
            <a:spLocks noGrp="1"/>
          </p:cNvSpPr>
          <p:nvPr>
            <p:ph type="dt" sz="half" idx="10"/>
          </p:nvPr>
        </p:nvSpPr>
        <p:spPr>
          <a:xfrm>
            <a:off x="6149975" y="6496847"/>
            <a:ext cx="1773238" cy="107948"/>
          </a:xfrm>
          <a:prstGeom prst="rect">
            <a:avLst/>
          </a:prstGeom>
        </p:spPr>
        <p:txBody>
          <a:bodyPr/>
          <a:lstStyle>
            <a:lvl1pPr>
              <a:defRPr>
                <a:solidFill>
                  <a:schemeClr val="bg1"/>
                </a:solidFill>
              </a:defRPr>
            </a:lvl1pPr>
          </a:lstStyle>
          <a:p>
            <a:fld id="{FFD03DC0-DFD3-49DC-95E8-F06A6717372D}" type="datetime1">
              <a:rPr lang="sv-SE" smtClean="0"/>
              <a:t>2026-05-13</a:t>
            </a:fld>
            <a:endParaRPr lang="sv-SE" dirty="0"/>
          </a:p>
        </p:txBody>
      </p:sp>
      <p:sp>
        <p:nvSpPr>
          <p:cNvPr id="4" name="Footer Placeholder 3">
            <a:extLst>
              <a:ext uri="{FF2B5EF4-FFF2-40B4-BE49-F238E27FC236}">
                <a16:creationId xmlns:a16="http://schemas.microsoft.com/office/drawing/2014/main" id="{A2E41942-4F44-0853-A73F-B5530191F149}"/>
              </a:ext>
            </a:extLst>
          </p:cNvPr>
          <p:cNvSpPr>
            <a:spLocks noGrp="1"/>
          </p:cNvSpPr>
          <p:nvPr>
            <p:ph type="ftr" sz="quarter" idx="11"/>
          </p:nvPr>
        </p:nvSpPr>
        <p:spPr>
          <a:xfrm>
            <a:off x="1843405" y="6502401"/>
            <a:ext cx="2260600" cy="107948"/>
          </a:xfrm>
          <a:prstGeom prst="rect">
            <a:avLst/>
          </a:prstGeom>
        </p:spPr>
        <p:txBody>
          <a:bodyPr/>
          <a:lstStyle>
            <a:lvl1pPr>
              <a:defRPr>
                <a:solidFill>
                  <a:schemeClr val="bg1"/>
                </a:solidFill>
              </a:defRPr>
            </a:lvl1pPr>
          </a:lstStyle>
          <a:p>
            <a:r>
              <a:rPr lang="sv-SE"/>
              <a:t>Presentationens titel</a:t>
            </a:r>
            <a:endParaRPr lang="sv-SE" dirty="0"/>
          </a:p>
        </p:txBody>
      </p:sp>
      <p:sp>
        <p:nvSpPr>
          <p:cNvPr id="5" name="Slide Number Placeholder 4">
            <a:extLst>
              <a:ext uri="{FF2B5EF4-FFF2-40B4-BE49-F238E27FC236}">
                <a16:creationId xmlns:a16="http://schemas.microsoft.com/office/drawing/2014/main" id="{0FF4E32D-7C07-5C12-90E2-15EA8BD97CF2}"/>
              </a:ext>
            </a:extLst>
          </p:cNvPr>
          <p:cNvSpPr>
            <a:spLocks noGrp="1"/>
          </p:cNvSpPr>
          <p:nvPr>
            <p:ph type="sldNum" sz="quarter" idx="12"/>
          </p:nvPr>
        </p:nvSpPr>
        <p:spPr>
          <a:xfrm>
            <a:off x="377509" y="6499228"/>
            <a:ext cx="571500" cy="109535"/>
          </a:xfrm>
          <a:prstGeom prst="rect">
            <a:avLst/>
          </a:prstGeom>
        </p:spPr>
        <p:txBody>
          <a:bodyPr/>
          <a:lstStyle>
            <a:lvl1pPr>
              <a:defRPr>
                <a:solidFill>
                  <a:schemeClr val="bg1"/>
                </a:solidFill>
              </a:defRPr>
            </a:lvl1pPr>
          </a:lstStyle>
          <a:p>
            <a:fld id="{AE086683-F536-42AB-ABBC-F4803DFE8DBC}" type="slidenum">
              <a:rPr lang="sv-SE" smtClean="0"/>
              <a:pPr/>
              <a:t>‹#›</a:t>
            </a:fld>
            <a:endParaRPr lang="sv-SE" dirty="0"/>
          </a:p>
        </p:txBody>
      </p:sp>
      <p:sp>
        <p:nvSpPr>
          <p:cNvPr id="6" name="TextBox 2">
            <a:extLst>
              <a:ext uri="{FF2B5EF4-FFF2-40B4-BE49-F238E27FC236}">
                <a16:creationId xmlns:a16="http://schemas.microsoft.com/office/drawing/2014/main" id="{1F90E2DD-7C6E-BA8F-B720-A61537D8B4DA}"/>
              </a:ext>
            </a:extLst>
          </p:cNvPr>
          <p:cNvSpPr txBox="1"/>
          <p:nvPr userDrawn="1"/>
        </p:nvSpPr>
        <p:spPr>
          <a:xfrm>
            <a:off x="0" y="-660400"/>
            <a:ext cx="12192000" cy="554610"/>
          </a:xfrm>
          <a:prstGeom prst="rect">
            <a:avLst/>
          </a:prstGeom>
          <a:solidFill>
            <a:schemeClr val="bg1"/>
          </a:solidFill>
        </p:spPr>
        <p:txBody>
          <a:bodyPr wrap="square" lIns="144000" tIns="0" rIns="144000" bIns="0" rtlCol="0" anchor="ctr" anchorCtr="0">
            <a:noAutofit/>
          </a:bodyPr>
          <a:lstStyle/>
          <a:p>
            <a:pPr algn="l"/>
            <a:r>
              <a:rPr lang="sv-SE" sz="1400" dirty="0">
                <a:cs typeface="Arial" panose="020B0604020202020204" pitchFamily="34" charset="0"/>
              </a:rPr>
              <a:t>När bildplatshållaren är gömd bakom rubriken: Klicka på bildplatshållaren och gå till </a:t>
            </a:r>
            <a:r>
              <a:rPr lang="sv-SE" sz="1400" b="1" dirty="0">
                <a:cs typeface="Arial" panose="020B0604020202020204" pitchFamily="34" charset="0"/>
              </a:rPr>
              <a:t>Infoga – Bilder</a:t>
            </a:r>
            <a:r>
              <a:rPr lang="sv-SE" sz="1400" dirty="0">
                <a:cs typeface="Arial" panose="020B0604020202020204" pitchFamily="34" charset="0"/>
              </a:rPr>
              <a:t> för att fylla den med en bild eller dra bilden till bildplatshållaren.</a:t>
            </a:r>
          </a:p>
        </p:txBody>
      </p:sp>
      <p:sp>
        <p:nvSpPr>
          <p:cNvPr id="9" name="Text Placeholder 12">
            <a:extLst>
              <a:ext uri="{FF2B5EF4-FFF2-40B4-BE49-F238E27FC236}">
                <a16:creationId xmlns:a16="http://schemas.microsoft.com/office/drawing/2014/main" id="{6D04DF68-D131-57FB-6BAE-8A02B99F4EA0}"/>
              </a:ext>
            </a:extLst>
          </p:cNvPr>
          <p:cNvSpPr>
            <a:spLocks noGrp="1"/>
          </p:cNvSpPr>
          <p:nvPr>
            <p:ph type="body" sz="quarter" idx="14" hasCustomPrompt="1"/>
          </p:nvPr>
        </p:nvSpPr>
        <p:spPr bwMode="black">
          <a:xfrm>
            <a:off x="10521351" y="6434927"/>
            <a:ext cx="1295999" cy="288661"/>
          </a:xfr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en-GB"/>
              <a:t> </a:t>
            </a:r>
            <a:endParaRPr lang="en-GB" dirty="0"/>
          </a:p>
        </p:txBody>
      </p:sp>
    </p:spTree>
    <p:extLst>
      <p:ext uri="{BB962C8B-B14F-4D97-AF65-F5344CB8AC3E}">
        <p14:creationId xmlns:p14="http://schemas.microsoft.com/office/powerpoint/2010/main" val="4943407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 bilder">
    <p:bg>
      <p:bgPr>
        <a:solidFill>
          <a:schemeClr val="bg1"/>
        </a:solidFill>
        <a:effectLst/>
      </p:bgPr>
    </p:bg>
    <p:spTree>
      <p:nvGrpSpPr>
        <p:cNvPr id="1" name=""/>
        <p:cNvGrpSpPr/>
        <p:nvPr/>
      </p:nvGrpSpPr>
      <p:grpSpPr>
        <a:xfrm>
          <a:off x="0" y="0"/>
          <a:ext cx="0" cy="0"/>
          <a:chOff x="0" y="0"/>
          <a:chExt cx="0" cy="0"/>
        </a:xfrm>
      </p:grpSpPr>
      <p:sp>
        <p:nvSpPr>
          <p:cNvPr id="9" name="Picture Placeholder 24">
            <a:extLst>
              <a:ext uri="{FF2B5EF4-FFF2-40B4-BE49-F238E27FC236}">
                <a16:creationId xmlns:a16="http://schemas.microsoft.com/office/drawing/2014/main" id="{F1E09519-7F45-6F3F-FE87-F333CF66C1AA}"/>
              </a:ext>
            </a:extLst>
          </p:cNvPr>
          <p:cNvSpPr>
            <a:spLocks noGrp="1"/>
          </p:cNvSpPr>
          <p:nvPr>
            <p:ph type="pic" sz="quarter" idx="14" hasCustomPrompt="1"/>
          </p:nvPr>
        </p:nvSpPr>
        <p:spPr bwMode="white">
          <a:xfrm>
            <a:off x="5873750" y="0"/>
            <a:ext cx="6318250" cy="6858000"/>
          </a:xfrm>
          <a:custGeom>
            <a:avLst/>
            <a:gdLst>
              <a:gd name="csX0" fmla="*/ 4700997 w 6318250"/>
              <a:gd name="csY0" fmla="*/ 0 h 6858000"/>
              <a:gd name="csX1" fmla="*/ 6318250 w 6318250"/>
              <a:gd name="csY1" fmla="*/ 0 h 6858000"/>
              <a:gd name="csX2" fmla="*/ 6318250 w 6318250"/>
              <a:gd name="csY2" fmla="*/ 6858000 h 6858000"/>
              <a:gd name="csX3" fmla="*/ 0 w 6318250"/>
              <a:gd name="csY3" fmla="*/ 6858000 h 6858000"/>
            </a:gdLst>
            <a:ahLst/>
            <a:cxnLst>
              <a:cxn ang="0">
                <a:pos x="csX0" y="csY0"/>
              </a:cxn>
              <a:cxn ang="0">
                <a:pos x="csX1" y="csY1"/>
              </a:cxn>
              <a:cxn ang="0">
                <a:pos x="csX2" y="csY2"/>
              </a:cxn>
              <a:cxn ang="0">
                <a:pos x="csX3" y="csY3"/>
              </a:cxn>
            </a:cxnLst>
            <a:rect l="l" t="t" r="r" b="b"/>
            <a:pathLst>
              <a:path w="6318250" h="6858000">
                <a:moveTo>
                  <a:pt x="4700997" y="0"/>
                </a:moveTo>
                <a:lnTo>
                  <a:pt x="6318250" y="0"/>
                </a:lnTo>
                <a:lnTo>
                  <a:pt x="6318250" y="6858000"/>
                </a:lnTo>
                <a:lnTo>
                  <a:pt x="0" y="6858000"/>
                </a:lnTo>
                <a:close/>
              </a:path>
            </a:pathLst>
          </a:custGeom>
          <a:solidFill>
            <a:schemeClr val="accent3"/>
          </a:solidFill>
        </p:spPr>
        <p:txBody>
          <a:bodyPr wrap="square" tIns="2772000" anchor="t">
            <a:noAutofit/>
          </a:bodyPr>
          <a:lstStyle>
            <a:lvl1pPr algn="ctr">
              <a:buNone/>
              <a:defRPr sz="100">
                <a:noFill/>
              </a:defRPr>
            </a:lvl1pPr>
          </a:lstStyle>
          <a:p>
            <a:r>
              <a:rPr lang="en-GB" dirty="0"/>
              <a:t>                             Picture 3</a:t>
            </a:r>
          </a:p>
        </p:txBody>
      </p:sp>
      <p:sp>
        <p:nvSpPr>
          <p:cNvPr id="11" name="Picture Placeholder 9">
            <a:extLst>
              <a:ext uri="{FF2B5EF4-FFF2-40B4-BE49-F238E27FC236}">
                <a16:creationId xmlns:a16="http://schemas.microsoft.com/office/drawing/2014/main" id="{E757BB94-B6BA-4E2F-4A18-F57D849CB799}"/>
              </a:ext>
            </a:extLst>
          </p:cNvPr>
          <p:cNvSpPr>
            <a:spLocks noGrp="1"/>
          </p:cNvSpPr>
          <p:nvPr>
            <p:ph type="pic" sz="quarter" idx="16"/>
          </p:nvPr>
        </p:nvSpPr>
        <p:spPr bwMode="white">
          <a:xfrm>
            <a:off x="1227137" y="-1345"/>
            <a:ext cx="9360818" cy="6872046"/>
          </a:xfrm>
          <a:custGeom>
            <a:avLst/>
            <a:gdLst>
              <a:gd name="csX0" fmla="*/ 4735718 w 9360312"/>
              <a:gd name="csY0" fmla="*/ 0 h 6858000"/>
              <a:gd name="csX1" fmla="*/ 9360312 w 9360312"/>
              <a:gd name="csY1" fmla="*/ 0 h 6858000"/>
              <a:gd name="csX2" fmla="*/ 9360312 w 9360312"/>
              <a:gd name="csY2" fmla="*/ 30404 h 6858000"/>
              <a:gd name="csX3" fmla="*/ 4680156 w 9360312"/>
              <a:gd name="csY3" fmla="*/ 6858000 h 6858000"/>
              <a:gd name="csX4" fmla="*/ 0 w 9360312"/>
              <a:gd name="csY4" fmla="*/ 6858000 h 6858000"/>
              <a:gd name="csX5" fmla="*/ 0 w 9360312"/>
              <a:gd name="csY5" fmla="*/ 6845804 h 6858000"/>
              <a:gd name="csX6" fmla="*/ 49418 w 9360312"/>
              <a:gd name="csY6" fmla="*/ 6845300 h 6858000"/>
              <a:gd name="csX0" fmla="*/ 4735718 w 9360312"/>
              <a:gd name="csY0" fmla="*/ 12700 h 6870700"/>
              <a:gd name="csX1" fmla="*/ 9163462 w 9360312"/>
              <a:gd name="csY1" fmla="*/ 0 h 6870700"/>
              <a:gd name="csX2" fmla="*/ 9360312 w 9360312"/>
              <a:gd name="csY2" fmla="*/ 43104 h 6870700"/>
              <a:gd name="csX3" fmla="*/ 4680156 w 9360312"/>
              <a:gd name="csY3" fmla="*/ 6870700 h 6870700"/>
              <a:gd name="csX4" fmla="*/ 0 w 9360312"/>
              <a:gd name="csY4" fmla="*/ 6870700 h 6870700"/>
              <a:gd name="csX5" fmla="*/ 0 w 9360312"/>
              <a:gd name="csY5" fmla="*/ 6858504 h 6870700"/>
              <a:gd name="csX6" fmla="*/ 49418 w 9360312"/>
              <a:gd name="csY6" fmla="*/ 6858000 h 6870700"/>
              <a:gd name="csX7" fmla="*/ 4735718 w 9360312"/>
              <a:gd name="csY7" fmla="*/ 12700 h 6870700"/>
              <a:gd name="csX0" fmla="*/ 4735718 w 9360312"/>
              <a:gd name="csY0" fmla="*/ 0 h 6858000"/>
              <a:gd name="csX1" fmla="*/ 9360312 w 9360312"/>
              <a:gd name="csY1" fmla="*/ 30404 h 6858000"/>
              <a:gd name="csX2" fmla="*/ 4680156 w 9360312"/>
              <a:gd name="csY2" fmla="*/ 6858000 h 6858000"/>
              <a:gd name="csX3" fmla="*/ 0 w 9360312"/>
              <a:gd name="csY3" fmla="*/ 6858000 h 6858000"/>
              <a:gd name="csX4" fmla="*/ 0 w 9360312"/>
              <a:gd name="csY4" fmla="*/ 6845804 h 6858000"/>
              <a:gd name="csX5" fmla="*/ 49418 w 9360312"/>
              <a:gd name="csY5" fmla="*/ 6845300 h 6858000"/>
              <a:gd name="csX6" fmla="*/ 4735718 w 9360312"/>
              <a:gd name="csY6" fmla="*/ 0 h 6858000"/>
              <a:gd name="csX0" fmla="*/ 4735718 w 9382537"/>
              <a:gd name="csY0" fmla="*/ 1346 h 6859346"/>
              <a:gd name="csX1" fmla="*/ 9382537 w 9382537"/>
              <a:gd name="csY1" fmla="*/ 0 h 6859346"/>
              <a:gd name="csX2" fmla="*/ 4680156 w 9382537"/>
              <a:gd name="csY2" fmla="*/ 6859346 h 6859346"/>
              <a:gd name="csX3" fmla="*/ 0 w 9382537"/>
              <a:gd name="csY3" fmla="*/ 6859346 h 6859346"/>
              <a:gd name="csX4" fmla="*/ 0 w 9382537"/>
              <a:gd name="csY4" fmla="*/ 6847150 h 6859346"/>
              <a:gd name="csX5" fmla="*/ 49418 w 9382537"/>
              <a:gd name="csY5" fmla="*/ 6846646 h 6859346"/>
              <a:gd name="csX6" fmla="*/ 4735718 w 9382537"/>
              <a:gd name="csY6" fmla="*/ 1346 h 6859346"/>
              <a:gd name="csX0" fmla="*/ 4735718 w 9382537"/>
              <a:gd name="csY0" fmla="*/ 1346 h 6859346"/>
              <a:gd name="csX1" fmla="*/ 9382537 w 9382537"/>
              <a:gd name="csY1" fmla="*/ 0 h 6859346"/>
              <a:gd name="csX2" fmla="*/ 4680156 w 9382537"/>
              <a:gd name="csY2" fmla="*/ 6859346 h 6859346"/>
              <a:gd name="csX3" fmla="*/ 0 w 9382537"/>
              <a:gd name="csY3" fmla="*/ 6859346 h 6859346"/>
              <a:gd name="csX4" fmla="*/ 49418 w 9382537"/>
              <a:gd name="csY4" fmla="*/ 6846646 h 6859346"/>
              <a:gd name="csX5" fmla="*/ 4735718 w 9382537"/>
              <a:gd name="csY5" fmla="*/ 1346 h 6859346"/>
              <a:gd name="csX0" fmla="*/ 4686300 w 9333119"/>
              <a:gd name="csY0" fmla="*/ 1346 h 6859346"/>
              <a:gd name="csX1" fmla="*/ 9333119 w 9333119"/>
              <a:gd name="csY1" fmla="*/ 0 h 6859346"/>
              <a:gd name="csX2" fmla="*/ 4630738 w 9333119"/>
              <a:gd name="csY2" fmla="*/ 6859346 h 6859346"/>
              <a:gd name="csX3" fmla="*/ 0 w 9333119"/>
              <a:gd name="csY3" fmla="*/ 6846646 h 6859346"/>
              <a:gd name="csX4" fmla="*/ 4686300 w 9333119"/>
              <a:gd name="csY4" fmla="*/ 1346 h 6859346"/>
              <a:gd name="csX0" fmla="*/ 4689475 w 9336294"/>
              <a:gd name="csY0" fmla="*/ 1346 h 6868871"/>
              <a:gd name="csX1" fmla="*/ 9336294 w 9336294"/>
              <a:gd name="csY1" fmla="*/ 0 h 6868871"/>
              <a:gd name="csX2" fmla="*/ 4633913 w 9336294"/>
              <a:gd name="csY2" fmla="*/ 6859346 h 6868871"/>
              <a:gd name="csX3" fmla="*/ 0 w 9336294"/>
              <a:gd name="csY3" fmla="*/ 6868871 h 6868871"/>
              <a:gd name="csX4" fmla="*/ 4689475 w 9336294"/>
              <a:gd name="csY4" fmla="*/ 1346 h 6868871"/>
              <a:gd name="csX0" fmla="*/ 4702175 w 9348994"/>
              <a:gd name="csY0" fmla="*/ 1346 h 6872046"/>
              <a:gd name="csX1" fmla="*/ 9348994 w 9348994"/>
              <a:gd name="csY1" fmla="*/ 0 h 6872046"/>
              <a:gd name="csX2" fmla="*/ 4646613 w 9348994"/>
              <a:gd name="csY2" fmla="*/ 6859346 h 6872046"/>
              <a:gd name="csX3" fmla="*/ 0 w 9348994"/>
              <a:gd name="csY3" fmla="*/ 6872046 h 6872046"/>
              <a:gd name="csX4" fmla="*/ 4702175 w 9348994"/>
              <a:gd name="csY4" fmla="*/ 1346 h 6872046"/>
              <a:gd name="csX0" fmla="*/ 4702175 w 9360818"/>
              <a:gd name="csY0" fmla="*/ 1346 h 6872046"/>
              <a:gd name="csX1" fmla="*/ 9360818 w 9360818"/>
              <a:gd name="csY1" fmla="*/ 0 h 6872046"/>
              <a:gd name="csX2" fmla="*/ 4646613 w 9360818"/>
              <a:gd name="csY2" fmla="*/ 6859346 h 6872046"/>
              <a:gd name="csX3" fmla="*/ 0 w 9360818"/>
              <a:gd name="csY3" fmla="*/ 6872046 h 6872046"/>
              <a:gd name="csX4" fmla="*/ 4702175 w 9360818"/>
              <a:gd name="csY4" fmla="*/ 1346 h 6872046"/>
              <a:gd name="csX0" fmla="*/ 4702175 w 9360818"/>
              <a:gd name="csY0" fmla="*/ 1346 h 6872046"/>
              <a:gd name="csX1" fmla="*/ 9360818 w 9360818"/>
              <a:gd name="csY1" fmla="*/ 0 h 6872046"/>
              <a:gd name="csX2" fmla="*/ 4658438 w 9360818"/>
              <a:gd name="csY2" fmla="*/ 6863288 h 6872046"/>
              <a:gd name="csX3" fmla="*/ 0 w 9360818"/>
              <a:gd name="csY3" fmla="*/ 6872046 h 6872046"/>
              <a:gd name="csX4" fmla="*/ 4702175 w 9360818"/>
              <a:gd name="csY4" fmla="*/ 1346 h 6872046"/>
            </a:gdLst>
            <a:ahLst/>
            <a:cxnLst>
              <a:cxn ang="0">
                <a:pos x="csX0" y="csY0"/>
              </a:cxn>
              <a:cxn ang="0">
                <a:pos x="csX1" y="csY1"/>
              </a:cxn>
              <a:cxn ang="0">
                <a:pos x="csX2" y="csY2"/>
              </a:cxn>
              <a:cxn ang="0">
                <a:pos x="csX3" y="csY3"/>
              </a:cxn>
              <a:cxn ang="0">
                <a:pos x="csX4" y="csY4"/>
              </a:cxn>
            </a:cxnLst>
            <a:rect l="l" t="t" r="r" b="b"/>
            <a:pathLst>
              <a:path w="9360818" h="6872046">
                <a:moveTo>
                  <a:pt x="4702175" y="1346"/>
                </a:moveTo>
                <a:lnTo>
                  <a:pt x="9360818" y="0"/>
                </a:lnTo>
                <a:lnTo>
                  <a:pt x="4658438" y="6863288"/>
                </a:lnTo>
                <a:lnTo>
                  <a:pt x="0" y="6872046"/>
                </a:lnTo>
                <a:lnTo>
                  <a:pt x="4702175" y="1346"/>
                </a:lnTo>
                <a:close/>
              </a:path>
            </a:pathLst>
          </a:custGeom>
          <a:solidFill>
            <a:schemeClr val="accent2"/>
          </a:solid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12" name="Picture Placeholder 18">
            <a:extLst>
              <a:ext uri="{FF2B5EF4-FFF2-40B4-BE49-F238E27FC236}">
                <a16:creationId xmlns:a16="http://schemas.microsoft.com/office/drawing/2014/main" id="{30032613-FD3E-FEBD-CBDE-A2D961747B3E}"/>
              </a:ext>
            </a:extLst>
          </p:cNvPr>
          <p:cNvSpPr>
            <a:spLocks noGrp="1"/>
          </p:cNvSpPr>
          <p:nvPr>
            <p:ph type="pic" sz="quarter" idx="13" hasCustomPrompt="1"/>
          </p:nvPr>
        </p:nvSpPr>
        <p:spPr bwMode="white">
          <a:xfrm>
            <a:off x="0" y="0"/>
            <a:ext cx="5930900" cy="6864350"/>
          </a:xfrm>
          <a:custGeom>
            <a:avLst/>
            <a:gdLst>
              <a:gd name="csX0" fmla="*/ 0 w 5930900"/>
              <a:gd name="csY0" fmla="*/ 0 h 6858000"/>
              <a:gd name="csX1" fmla="*/ 5930900 w 5930900"/>
              <a:gd name="csY1" fmla="*/ 0 h 6858000"/>
              <a:gd name="csX2" fmla="*/ 1244600 w 5930900"/>
              <a:gd name="csY2" fmla="*/ 6845300 h 6858000"/>
              <a:gd name="csX3" fmla="*/ 0 w 5930900"/>
              <a:gd name="csY3" fmla="*/ 6858000 h 6858000"/>
              <a:gd name="csX0" fmla="*/ 0 w 5930900"/>
              <a:gd name="csY0" fmla="*/ 0 h 6858000"/>
              <a:gd name="csX1" fmla="*/ 5930900 w 5930900"/>
              <a:gd name="csY1" fmla="*/ 0 h 6858000"/>
              <a:gd name="csX2" fmla="*/ 1193800 w 5930900"/>
              <a:gd name="csY2" fmla="*/ 6858000 h 6858000"/>
              <a:gd name="csX3" fmla="*/ 0 w 5930900"/>
              <a:gd name="csY3" fmla="*/ 6858000 h 6858000"/>
              <a:gd name="csX4" fmla="*/ 0 w 5930900"/>
              <a:gd name="csY4" fmla="*/ 0 h 6858000"/>
              <a:gd name="csX0" fmla="*/ 0 w 5930900"/>
              <a:gd name="csY0" fmla="*/ 0 h 6861175"/>
              <a:gd name="csX1" fmla="*/ 5930900 w 5930900"/>
              <a:gd name="csY1" fmla="*/ 0 h 6861175"/>
              <a:gd name="csX2" fmla="*/ 1165225 w 5930900"/>
              <a:gd name="csY2" fmla="*/ 6861175 h 6861175"/>
              <a:gd name="csX3" fmla="*/ 0 w 5930900"/>
              <a:gd name="csY3" fmla="*/ 6858000 h 6861175"/>
              <a:gd name="csX4" fmla="*/ 0 w 5930900"/>
              <a:gd name="csY4" fmla="*/ 0 h 6861175"/>
              <a:gd name="csX0" fmla="*/ 0 w 5930900"/>
              <a:gd name="csY0" fmla="*/ 0 h 6864350"/>
              <a:gd name="csX1" fmla="*/ 5930900 w 5930900"/>
              <a:gd name="csY1" fmla="*/ 0 h 6864350"/>
              <a:gd name="csX2" fmla="*/ 1130300 w 5930900"/>
              <a:gd name="csY2" fmla="*/ 6864350 h 6864350"/>
              <a:gd name="csX3" fmla="*/ 0 w 5930900"/>
              <a:gd name="csY3" fmla="*/ 6858000 h 6864350"/>
              <a:gd name="csX4" fmla="*/ 0 w 5930900"/>
              <a:gd name="csY4" fmla="*/ 0 h 6864350"/>
              <a:gd name="csX0" fmla="*/ 0 w 5930900"/>
              <a:gd name="csY0" fmla="*/ 0 h 6864350"/>
              <a:gd name="csX1" fmla="*/ 5930900 w 5930900"/>
              <a:gd name="csY1" fmla="*/ 0 h 6864350"/>
              <a:gd name="csX2" fmla="*/ 1231900 w 5930900"/>
              <a:gd name="csY2" fmla="*/ 6864350 h 6864350"/>
              <a:gd name="csX3" fmla="*/ 0 w 5930900"/>
              <a:gd name="csY3" fmla="*/ 6858000 h 6864350"/>
              <a:gd name="csX4" fmla="*/ 0 w 5930900"/>
              <a:gd name="csY4" fmla="*/ 0 h 6864350"/>
            </a:gdLst>
            <a:ahLst/>
            <a:cxnLst>
              <a:cxn ang="0">
                <a:pos x="csX0" y="csY0"/>
              </a:cxn>
              <a:cxn ang="0">
                <a:pos x="csX1" y="csY1"/>
              </a:cxn>
              <a:cxn ang="0">
                <a:pos x="csX2" y="csY2"/>
              </a:cxn>
              <a:cxn ang="0">
                <a:pos x="csX3" y="csY3"/>
              </a:cxn>
              <a:cxn ang="0">
                <a:pos x="csX4" y="csY4"/>
              </a:cxn>
            </a:cxnLst>
            <a:rect l="l" t="t" r="r" b="b"/>
            <a:pathLst>
              <a:path w="5930900" h="6864350">
                <a:moveTo>
                  <a:pt x="0" y="0"/>
                </a:moveTo>
                <a:lnTo>
                  <a:pt x="5930900" y="0"/>
                </a:lnTo>
                <a:lnTo>
                  <a:pt x="1231900" y="6864350"/>
                </a:lnTo>
                <a:lnTo>
                  <a:pt x="0" y="6858000"/>
                </a:lnTo>
                <a:lnTo>
                  <a:pt x="0" y="0"/>
                </a:lnTo>
                <a:close/>
              </a:path>
            </a:pathLst>
          </a:custGeom>
          <a:solidFill>
            <a:schemeClr val="accent1"/>
          </a:solidFill>
        </p:spPr>
        <p:txBody>
          <a:bodyPr wrap="square" tIns="2736000">
            <a:noAutofit/>
          </a:bodyPr>
          <a:lstStyle>
            <a:lvl1pPr>
              <a:buNone/>
              <a:defRPr sz="100">
                <a:noFill/>
              </a:defRPr>
            </a:lvl1pPr>
          </a:lstStyle>
          <a:p>
            <a:r>
              <a:rPr lang="en-GB" dirty="0"/>
              <a:t>            Picture 1</a:t>
            </a:r>
          </a:p>
        </p:txBody>
      </p:sp>
      <p:sp>
        <p:nvSpPr>
          <p:cNvPr id="5" name="Date Placeholder 4">
            <a:extLst>
              <a:ext uri="{FF2B5EF4-FFF2-40B4-BE49-F238E27FC236}">
                <a16:creationId xmlns:a16="http://schemas.microsoft.com/office/drawing/2014/main" id="{63AEC8B4-B8F9-1540-EC55-E5CADA01A71A}"/>
              </a:ext>
            </a:extLst>
          </p:cNvPr>
          <p:cNvSpPr>
            <a:spLocks noGrp="1"/>
          </p:cNvSpPr>
          <p:nvPr>
            <p:ph type="dt" sz="half" idx="10"/>
          </p:nvPr>
        </p:nvSpPr>
        <p:spPr>
          <a:xfrm>
            <a:off x="6149975" y="6496847"/>
            <a:ext cx="1773238" cy="107948"/>
          </a:xfrm>
          <a:prstGeom prst="rect">
            <a:avLst/>
          </a:prstGeom>
        </p:spPr>
        <p:txBody>
          <a:bodyPr/>
          <a:lstStyle>
            <a:lvl1pPr>
              <a:defRPr>
                <a:solidFill>
                  <a:schemeClr val="bg1"/>
                </a:solidFill>
              </a:defRPr>
            </a:lvl1pPr>
          </a:lstStyle>
          <a:p>
            <a:fld id="{924B0877-37EE-48D5-AFE0-6A9DD7A7A031}" type="datetime1">
              <a:rPr lang="sv-SE" smtClean="0"/>
              <a:t>2026-05-13</a:t>
            </a:fld>
            <a:endParaRPr lang="sv-SE" dirty="0"/>
          </a:p>
        </p:txBody>
      </p:sp>
      <p:sp>
        <p:nvSpPr>
          <p:cNvPr id="6" name="Footer Placeholder 5">
            <a:extLst>
              <a:ext uri="{FF2B5EF4-FFF2-40B4-BE49-F238E27FC236}">
                <a16:creationId xmlns:a16="http://schemas.microsoft.com/office/drawing/2014/main" id="{6892F358-29ED-17D3-33F7-E79F86F09AB6}"/>
              </a:ext>
            </a:extLst>
          </p:cNvPr>
          <p:cNvSpPr>
            <a:spLocks noGrp="1"/>
          </p:cNvSpPr>
          <p:nvPr>
            <p:ph type="ftr" sz="quarter" idx="11"/>
          </p:nvPr>
        </p:nvSpPr>
        <p:spPr>
          <a:xfrm>
            <a:off x="1841817" y="6502401"/>
            <a:ext cx="2260600" cy="107948"/>
          </a:xfrm>
          <a:prstGeom prst="rect">
            <a:avLst/>
          </a:prstGeom>
        </p:spPr>
        <p:txBody>
          <a:bodyPr/>
          <a:lstStyle>
            <a:lvl1pPr>
              <a:defRPr>
                <a:solidFill>
                  <a:schemeClr val="bg1"/>
                </a:solidFill>
              </a:defRPr>
            </a:lvl1pPr>
          </a:lstStyle>
          <a:p>
            <a:r>
              <a:rPr lang="sv-SE"/>
              <a:t>Presentationens titel</a:t>
            </a:r>
            <a:endParaRPr lang="sv-SE" dirty="0"/>
          </a:p>
        </p:txBody>
      </p:sp>
      <p:sp>
        <p:nvSpPr>
          <p:cNvPr id="2" name="Title 1">
            <a:extLst>
              <a:ext uri="{FF2B5EF4-FFF2-40B4-BE49-F238E27FC236}">
                <a16:creationId xmlns:a16="http://schemas.microsoft.com/office/drawing/2014/main" id="{EAB048B8-DB78-7002-561E-0CA9B41A71E4}"/>
              </a:ext>
            </a:extLst>
          </p:cNvPr>
          <p:cNvSpPr>
            <a:spLocks noGrp="1"/>
          </p:cNvSpPr>
          <p:nvPr>
            <p:ph type="title"/>
          </p:nvPr>
        </p:nvSpPr>
        <p:spPr bwMode="black">
          <a:xfrm>
            <a:off x="377509" y="1606549"/>
            <a:ext cx="9032875" cy="3644900"/>
          </a:xfrm>
          <a:prstGeom prst="rect">
            <a:avLst/>
          </a:prstGeom>
        </p:spPr>
        <p:txBody>
          <a:bodyPr anchor="ctr" anchorCtr="0"/>
          <a:lstStyle>
            <a:lvl1pPr>
              <a:defRPr sz="6000" spc="-90" baseline="0">
                <a:solidFill>
                  <a:schemeClr val="bg1"/>
                </a:solidFill>
              </a:defRPr>
            </a:lvl1pPr>
          </a:lstStyle>
          <a:p>
            <a:r>
              <a:rPr lang="sv-SE"/>
              <a:t>Klicka här för att ändra mall för rubrikformat</a:t>
            </a:r>
            <a:endParaRPr lang="sv-SE" dirty="0"/>
          </a:p>
        </p:txBody>
      </p:sp>
      <p:sp>
        <p:nvSpPr>
          <p:cNvPr id="4" name="TextBox 2">
            <a:extLst>
              <a:ext uri="{FF2B5EF4-FFF2-40B4-BE49-F238E27FC236}">
                <a16:creationId xmlns:a16="http://schemas.microsoft.com/office/drawing/2014/main" id="{003EAF86-3F0B-F2B6-D910-BDBEA9D255AE}"/>
              </a:ext>
            </a:extLst>
          </p:cNvPr>
          <p:cNvSpPr txBox="1"/>
          <p:nvPr userDrawn="1"/>
        </p:nvSpPr>
        <p:spPr>
          <a:xfrm>
            <a:off x="0" y="-660400"/>
            <a:ext cx="12192000" cy="554610"/>
          </a:xfrm>
          <a:prstGeom prst="rect">
            <a:avLst/>
          </a:prstGeom>
          <a:solidFill>
            <a:schemeClr val="bg1"/>
          </a:solidFill>
        </p:spPr>
        <p:txBody>
          <a:bodyPr wrap="square" lIns="144000" tIns="0" rIns="144000" bIns="0" rtlCol="0" anchor="ctr" anchorCtr="0">
            <a:noAutofit/>
          </a:bodyPr>
          <a:lstStyle/>
          <a:p>
            <a:pPr algn="l"/>
            <a:r>
              <a:rPr lang="sv-SE" sz="1400" dirty="0">
                <a:cs typeface="Arial" panose="020B0604020202020204" pitchFamily="34" charset="0"/>
              </a:rPr>
              <a:t>När bildplatshållaren är gömd bakom rubriken: Klicka på bildplatshållaren och gå till </a:t>
            </a:r>
            <a:r>
              <a:rPr lang="sv-SE" sz="1400" b="1" dirty="0">
                <a:cs typeface="Arial" panose="020B0604020202020204" pitchFamily="34" charset="0"/>
              </a:rPr>
              <a:t>Infoga – Bilder</a:t>
            </a:r>
            <a:r>
              <a:rPr lang="sv-SE" sz="1400" dirty="0">
                <a:cs typeface="Arial" panose="020B0604020202020204" pitchFamily="34" charset="0"/>
              </a:rPr>
              <a:t> för att fylla den med en bild eller dra bilden till bildplatshållaren.</a:t>
            </a:r>
          </a:p>
        </p:txBody>
      </p:sp>
      <p:sp>
        <p:nvSpPr>
          <p:cNvPr id="3" name="Text Placeholder 12">
            <a:extLst>
              <a:ext uri="{FF2B5EF4-FFF2-40B4-BE49-F238E27FC236}">
                <a16:creationId xmlns:a16="http://schemas.microsoft.com/office/drawing/2014/main" id="{AB7CE3C8-D613-9C46-C1B1-2EA30D59FA8E}"/>
              </a:ext>
            </a:extLst>
          </p:cNvPr>
          <p:cNvSpPr>
            <a:spLocks noGrp="1"/>
          </p:cNvSpPr>
          <p:nvPr>
            <p:ph type="body" sz="quarter" idx="17" hasCustomPrompt="1"/>
          </p:nvPr>
        </p:nvSpPr>
        <p:spPr bwMode="black">
          <a:xfrm>
            <a:off x="10521351" y="6434927"/>
            <a:ext cx="1295999" cy="288661"/>
          </a:xfr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en-GB"/>
              <a:t> </a:t>
            </a:r>
            <a:endParaRPr lang="en-GB" dirty="0"/>
          </a:p>
        </p:txBody>
      </p:sp>
      <p:sp>
        <p:nvSpPr>
          <p:cNvPr id="8" name="Slide Number Placeholder 4">
            <a:extLst>
              <a:ext uri="{FF2B5EF4-FFF2-40B4-BE49-F238E27FC236}">
                <a16:creationId xmlns:a16="http://schemas.microsoft.com/office/drawing/2014/main" id="{C84EEBD6-03B6-4B9A-4E0B-E2563A82B5C8}"/>
              </a:ext>
            </a:extLst>
          </p:cNvPr>
          <p:cNvSpPr>
            <a:spLocks noGrp="1"/>
          </p:cNvSpPr>
          <p:nvPr>
            <p:ph type="sldNum" sz="quarter" idx="12"/>
          </p:nvPr>
        </p:nvSpPr>
        <p:spPr>
          <a:xfrm>
            <a:off x="377509" y="6499228"/>
            <a:ext cx="571500" cy="109535"/>
          </a:xfrm>
          <a:prstGeom prst="rect">
            <a:avLst/>
          </a:prstGeom>
        </p:spPr>
        <p:txBody>
          <a:bodyPr/>
          <a:lstStyle>
            <a:lvl1pPr>
              <a:defRPr>
                <a:solidFill>
                  <a:schemeClr val="bg1"/>
                </a:solidFill>
              </a:defRPr>
            </a:lvl1pPr>
          </a:lstStyle>
          <a:p>
            <a:fld id="{AE086683-F536-42AB-ABBC-F4803DFE8DBC}" type="slidenum">
              <a:rPr lang="sv-SE" smtClean="0"/>
              <a:pPr/>
              <a:t>‹#›</a:t>
            </a:fld>
            <a:endParaRPr lang="sv-SE" dirty="0"/>
          </a:p>
        </p:txBody>
      </p:sp>
    </p:spTree>
    <p:extLst>
      <p:ext uri="{BB962C8B-B14F-4D97-AF65-F5344CB8AC3E}">
        <p14:creationId xmlns:p14="http://schemas.microsoft.com/office/powerpoint/2010/main" val="342896380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tor bild med text">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037B9119-FC7B-D7E8-9176-4459568ED4E1}"/>
              </a:ext>
            </a:extLst>
          </p:cNvPr>
          <p:cNvSpPr>
            <a:spLocks noGrp="1"/>
          </p:cNvSpPr>
          <p:nvPr>
            <p:ph type="pic" sz="quarter" idx="13"/>
          </p:nvPr>
        </p:nvSpPr>
        <p:spPr bwMode="white">
          <a:xfrm>
            <a:off x="0" y="0"/>
            <a:ext cx="12192000" cy="6858000"/>
          </a:xfrm>
          <a:prstGeom prst="rect">
            <a:avLst/>
          </a:prstGeom>
          <a:solidFill>
            <a:schemeClr val="accent1"/>
          </a:solidFill>
        </p:spPr>
        <p:txBody>
          <a:bodyPr/>
          <a:lstStyle>
            <a:lvl1pPr>
              <a:buFontTx/>
              <a:buNone/>
              <a:defRPr sz="100">
                <a:noFill/>
              </a:defRPr>
            </a:lvl1pPr>
          </a:lstStyle>
          <a:p>
            <a:r>
              <a:rPr lang="sv-SE"/>
              <a:t>Klicka på ikonen för att lägga till en bild</a:t>
            </a:r>
            <a:endParaRPr lang="sv-SE" dirty="0"/>
          </a:p>
        </p:txBody>
      </p:sp>
      <p:sp>
        <p:nvSpPr>
          <p:cNvPr id="3" name="Date Placeholder 2">
            <a:extLst>
              <a:ext uri="{FF2B5EF4-FFF2-40B4-BE49-F238E27FC236}">
                <a16:creationId xmlns:a16="http://schemas.microsoft.com/office/drawing/2014/main" id="{18ABE1B7-8EAD-7D86-7F88-FCFF3A0A9B92}"/>
              </a:ext>
            </a:extLst>
          </p:cNvPr>
          <p:cNvSpPr>
            <a:spLocks noGrp="1"/>
          </p:cNvSpPr>
          <p:nvPr>
            <p:ph type="dt" sz="half" idx="10"/>
          </p:nvPr>
        </p:nvSpPr>
        <p:spPr>
          <a:xfrm>
            <a:off x="6149975" y="6496847"/>
            <a:ext cx="1773238" cy="107948"/>
          </a:xfrm>
          <a:prstGeom prst="rect">
            <a:avLst/>
          </a:prstGeom>
        </p:spPr>
        <p:txBody>
          <a:bodyPr/>
          <a:lstStyle>
            <a:lvl1pPr>
              <a:defRPr>
                <a:solidFill>
                  <a:schemeClr val="bg1"/>
                </a:solidFill>
              </a:defRPr>
            </a:lvl1pPr>
          </a:lstStyle>
          <a:p>
            <a:fld id="{32957773-2E2C-47AF-AB53-D548270C62A8}" type="datetime1">
              <a:rPr lang="sv-SE" smtClean="0"/>
              <a:t>2026-05-13</a:t>
            </a:fld>
            <a:endParaRPr lang="sv-SE" dirty="0"/>
          </a:p>
        </p:txBody>
      </p:sp>
      <p:sp>
        <p:nvSpPr>
          <p:cNvPr id="4" name="Footer Placeholder 3">
            <a:extLst>
              <a:ext uri="{FF2B5EF4-FFF2-40B4-BE49-F238E27FC236}">
                <a16:creationId xmlns:a16="http://schemas.microsoft.com/office/drawing/2014/main" id="{A2E41942-4F44-0853-A73F-B5530191F149}"/>
              </a:ext>
            </a:extLst>
          </p:cNvPr>
          <p:cNvSpPr>
            <a:spLocks noGrp="1"/>
          </p:cNvSpPr>
          <p:nvPr>
            <p:ph type="ftr" sz="quarter" idx="11"/>
          </p:nvPr>
        </p:nvSpPr>
        <p:spPr>
          <a:xfrm>
            <a:off x="1843405" y="6502401"/>
            <a:ext cx="2260600" cy="107948"/>
          </a:xfrm>
          <a:prstGeom prst="rect">
            <a:avLst/>
          </a:prstGeom>
        </p:spPr>
        <p:txBody>
          <a:bodyPr/>
          <a:lstStyle>
            <a:lvl1pPr>
              <a:defRPr>
                <a:solidFill>
                  <a:schemeClr val="bg1"/>
                </a:solidFill>
              </a:defRPr>
            </a:lvl1pPr>
          </a:lstStyle>
          <a:p>
            <a:r>
              <a:rPr lang="sv-SE"/>
              <a:t>Presentationens titel</a:t>
            </a:r>
            <a:endParaRPr lang="sv-SE" dirty="0"/>
          </a:p>
        </p:txBody>
      </p:sp>
      <p:sp>
        <p:nvSpPr>
          <p:cNvPr id="5" name="Slide Number Placeholder 4">
            <a:extLst>
              <a:ext uri="{FF2B5EF4-FFF2-40B4-BE49-F238E27FC236}">
                <a16:creationId xmlns:a16="http://schemas.microsoft.com/office/drawing/2014/main" id="{0FF4E32D-7C07-5C12-90E2-15EA8BD97CF2}"/>
              </a:ext>
            </a:extLst>
          </p:cNvPr>
          <p:cNvSpPr>
            <a:spLocks noGrp="1"/>
          </p:cNvSpPr>
          <p:nvPr>
            <p:ph type="sldNum" sz="quarter" idx="12"/>
          </p:nvPr>
        </p:nvSpPr>
        <p:spPr>
          <a:xfrm>
            <a:off x="377509" y="6499228"/>
            <a:ext cx="571500" cy="109535"/>
          </a:xfrm>
          <a:prstGeom prst="rect">
            <a:avLst/>
          </a:prstGeom>
        </p:spPr>
        <p:txBody>
          <a:bodyPr/>
          <a:lstStyle>
            <a:lvl1pPr>
              <a:defRPr>
                <a:solidFill>
                  <a:schemeClr val="bg1"/>
                </a:solidFill>
              </a:defRPr>
            </a:lvl1pPr>
          </a:lstStyle>
          <a:p>
            <a:fld id="{AE086683-F536-42AB-ABBC-F4803DFE8DBC}" type="slidenum">
              <a:rPr lang="sv-SE" smtClean="0"/>
              <a:pPr/>
              <a:t>‹#›</a:t>
            </a:fld>
            <a:endParaRPr lang="sv-SE" dirty="0"/>
          </a:p>
        </p:txBody>
      </p:sp>
      <p:sp>
        <p:nvSpPr>
          <p:cNvPr id="10" name="Text Placeholder 9">
            <a:extLst>
              <a:ext uri="{FF2B5EF4-FFF2-40B4-BE49-F238E27FC236}">
                <a16:creationId xmlns:a16="http://schemas.microsoft.com/office/drawing/2014/main" id="{3B55F90F-95FE-DBC4-54E5-145B8FB0F47E}"/>
              </a:ext>
            </a:extLst>
          </p:cNvPr>
          <p:cNvSpPr>
            <a:spLocks noGrp="1"/>
          </p:cNvSpPr>
          <p:nvPr>
            <p:ph type="body" sz="quarter" idx="15"/>
          </p:nvPr>
        </p:nvSpPr>
        <p:spPr>
          <a:xfrm>
            <a:off x="377509" y="339724"/>
            <a:ext cx="6282000" cy="5826125"/>
          </a:xfrm>
          <a:prstGeom prst="rect">
            <a:avLst/>
          </a:prstGeom>
        </p:spPr>
        <p:txBody>
          <a:bodyPr/>
          <a:lstStyle>
            <a:lvl1pPr marL="0" indent="0">
              <a:spcBef>
                <a:spcPts val="1400"/>
              </a:spcBef>
              <a:spcAft>
                <a:spcPts val="1400"/>
              </a:spcAft>
              <a:buFontTx/>
              <a:buNone/>
              <a:defRPr sz="3200" b="1" spc="-70" baseline="0">
                <a:solidFill>
                  <a:schemeClr val="bg1"/>
                </a:solidFill>
              </a:defRPr>
            </a:lvl1pPr>
          </a:lstStyle>
          <a:p>
            <a:pPr lvl="0"/>
            <a:r>
              <a:rPr lang="sv-SE"/>
              <a:t>Klicka här för att ändra format på bakgrundstexten</a:t>
            </a:r>
          </a:p>
        </p:txBody>
      </p:sp>
      <p:sp>
        <p:nvSpPr>
          <p:cNvPr id="7" name="TextBox 2">
            <a:extLst>
              <a:ext uri="{FF2B5EF4-FFF2-40B4-BE49-F238E27FC236}">
                <a16:creationId xmlns:a16="http://schemas.microsoft.com/office/drawing/2014/main" id="{BE154D66-D227-0E1A-29AA-39783A2A279B}"/>
              </a:ext>
            </a:extLst>
          </p:cNvPr>
          <p:cNvSpPr txBox="1"/>
          <p:nvPr userDrawn="1"/>
        </p:nvSpPr>
        <p:spPr>
          <a:xfrm>
            <a:off x="0" y="-660400"/>
            <a:ext cx="12192000" cy="554610"/>
          </a:xfrm>
          <a:prstGeom prst="rect">
            <a:avLst/>
          </a:prstGeom>
          <a:solidFill>
            <a:schemeClr val="bg1"/>
          </a:solidFill>
        </p:spPr>
        <p:txBody>
          <a:bodyPr wrap="square" lIns="144000" tIns="0" rIns="144000" bIns="0" rtlCol="0" anchor="ctr" anchorCtr="0">
            <a:noAutofit/>
          </a:bodyPr>
          <a:lstStyle/>
          <a:p>
            <a:pPr algn="l"/>
            <a:r>
              <a:rPr lang="sv-SE" sz="1400" dirty="0">
                <a:cs typeface="Arial" panose="020B0604020202020204" pitchFamily="34" charset="0"/>
              </a:rPr>
              <a:t>När bildplatshållaren är gömd bakom rubriken: Klicka på bildplatshållaren och gå till </a:t>
            </a:r>
            <a:r>
              <a:rPr lang="sv-SE" sz="1400" b="1" dirty="0">
                <a:cs typeface="Arial" panose="020B0604020202020204" pitchFamily="34" charset="0"/>
              </a:rPr>
              <a:t>Infoga – Bilder</a:t>
            </a:r>
            <a:r>
              <a:rPr lang="sv-SE" sz="1400" dirty="0">
                <a:cs typeface="Arial" panose="020B0604020202020204" pitchFamily="34" charset="0"/>
              </a:rPr>
              <a:t> för att fylla den med en bild eller dra bilden till bildplatshållaren.</a:t>
            </a:r>
          </a:p>
        </p:txBody>
      </p:sp>
      <p:sp>
        <p:nvSpPr>
          <p:cNvPr id="2" name="Text Placeholder 12">
            <a:extLst>
              <a:ext uri="{FF2B5EF4-FFF2-40B4-BE49-F238E27FC236}">
                <a16:creationId xmlns:a16="http://schemas.microsoft.com/office/drawing/2014/main" id="{9F608EC2-690B-BD16-2E1A-8C70F6EC757F}"/>
              </a:ext>
            </a:extLst>
          </p:cNvPr>
          <p:cNvSpPr>
            <a:spLocks noGrp="1"/>
          </p:cNvSpPr>
          <p:nvPr>
            <p:ph type="body" sz="quarter" idx="14" hasCustomPrompt="1"/>
          </p:nvPr>
        </p:nvSpPr>
        <p:spPr bwMode="black">
          <a:xfrm>
            <a:off x="10521351" y="6434927"/>
            <a:ext cx="1295999" cy="288661"/>
          </a:xfr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en-GB"/>
              <a:t> </a:t>
            </a:r>
            <a:endParaRPr lang="en-GB" dirty="0"/>
          </a:p>
        </p:txBody>
      </p:sp>
    </p:spTree>
    <p:extLst>
      <p:ext uri="{BB962C8B-B14F-4D97-AF65-F5344CB8AC3E}">
        <p14:creationId xmlns:p14="http://schemas.microsoft.com/office/powerpoint/2010/main" val="22070882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ild med lila mönster">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037B9119-FC7B-D7E8-9176-4459568ED4E1}"/>
              </a:ext>
            </a:extLst>
          </p:cNvPr>
          <p:cNvSpPr>
            <a:spLocks noGrp="1"/>
          </p:cNvSpPr>
          <p:nvPr>
            <p:ph type="pic" sz="quarter" idx="13"/>
          </p:nvPr>
        </p:nvSpPr>
        <p:spPr bwMode="white">
          <a:xfrm>
            <a:off x="0" y="0"/>
            <a:ext cx="12192000" cy="6858000"/>
          </a:xfrm>
          <a:prstGeom prst="rect">
            <a:avLst/>
          </a:prstGeom>
          <a:solidFill>
            <a:schemeClr val="accent1"/>
          </a:solidFill>
        </p:spPr>
        <p:txBody>
          <a:bodyPr/>
          <a:lstStyle>
            <a:lvl1pPr>
              <a:buFontTx/>
              <a:buNone/>
              <a:defRPr sz="100">
                <a:noFill/>
              </a:defRPr>
            </a:lvl1pPr>
          </a:lstStyle>
          <a:p>
            <a:r>
              <a:rPr lang="sv-SE"/>
              <a:t>Klicka på ikonen för att lägga till en bild</a:t>
            </a:r>
            <a:endParaRPr lang="sv-SE" dirty="0"/>
          </a:p>
        </p:txBody>
      </p:sp>
      <p:sp>
        <p:nvSpPr>
          <p:cNvPr id="17" name="Text Placeholder 12">
            <a:extLst>
              <a:ext uri="{FF2B5EF4-FFF2-40B4-BE49-F238E27FC236}">
                <a16:creationId xmlns:a16="http://schemas.microsoft.com/office/drawing/2014/main" id="{55A42BB1-0111-1513-1EE6-64B6AC271E1D}"/>
              </a:ext>
            </a:extLst>
          </p:cNvPr>
          <p:cNvSpPr>
            <a:spLocks noGrp="1"/>
          </p:cNvSpPr>
          <p:nvPr>
            <p:ph type="body" sz="quarter" idx="15" hasCustomPrompt="1"/>
          </p:nvPr>
        </p:nvSpPr>
        <p:spPr>
          <a:xfrm>
            <a:off x="8107171" y="890222"/>
            <a:ext cx="4084831" cy="5979987"/>
          </a:xfrm>
          <a:prstGeom prst="rect">
            <a:avLst/>
          </a:prstGeo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sv-SE"/>
              <a:t> </a:t>
            </a:r>
            <a:endParaRPr lang="sv-SE" dirty="0"/>
          </a:p>
        </p:txBody>
      </p:sp>
      <p:sp>
        <p:nvSpPr>
          <p:cNvPr id="3" name="Date Placeholder 2">
            <a:extLst>
              <a:ext uri="{FF2B5EF4-FFF2-40B4-BE49-F238E27FC236}">
                <a16:creationId xmlns:a16="http://schemas.microsoft.com/office/drawing/2014/main" id="{18ABE1B7-8EAD-7D86-7F88-FCFF3A0A9B92}"/>
              </a:ext>
            </a:extLst>
          </p:cNvPr>
          <p:cNvSpPr>
            <a:spLocks noGrp="1"/>
          </p:cNvSpPr>
          <p:nvPr>
            <p:ph type="dt" sz="half" idx="10"/>
          </p:nvPr>
        </p:nvSpPr>
        <p:spPr>
          <a:xfrm>
            <a:off x="6149975" y="6496847"/>
            <a:ext cx="1773238" cy="107948"/>
          </a:xfrm>
          <a:prstGeom prst="rect">
            <a:avLst/>
          </a:prstGeom>
        </p:spPr>
        <p:txBody>
          <a:bodyPr/>
          <a:lstStyle>
            <a:lvl1pPr>
              <a:defRPr>
                <a:solidFill>
                  <a:schemeClr val="bg1"/>
                </a:solidFill>
              </a:defRPr>
            </a:lvl1pPr>
          </a:lstStyle>
          <a:p>
            <a:fld id="{020E01D9-DA85-445D-AD65-CFF69A15C4E0}" type="datetime1">
              <a:rPr lang="sv-SE" smtClean="0"/>
              <a:t>2026-05-13</a:t>
            </a:fld>
            <a:endParaRPr lang="sv-SE" dirty="0"/>
          </a:p>
        </p:txBody>
      </p:sp>
      <p:sp>
        <p:nvSpPr>
          <p:cNvPr id="4" name="Footer Placeholder 3">
            <a:extLst>
              <a:ext uri="{FF2B5EF4-FFF2-40B4-BE49-F238E27FC236}">
                <a16:creationId xmlns:a16="http://schemas.microsoft.com/office/drawing/2014/main" id="{A2E41942-4F44-0853-A73F-B5530191F149}"/>
              </a:ext>
            </a:extLst>
          </p:cNvPr>
          <p:cNvSpPr>
            <a:spLocks noGrp="1"/>
          </p:cNvSpPr>
          <p:nvPr>
            <p:ph type="ftr" sz="quarter" idx="11"/>
          </p:nvPr>
        </p:nvSpPr>
        <p:spPr>
          <a:xfrm>
            <a:off x="1843405" y="6502401"/>
            <a:ext cx="2260600" cy="107948"/>
          </a:xfrm>
          <a:prstGeom prst="rect">
            <a:avLst/>
          </a:prstGeom>
        </p:spPr>
        <p:txBody>
          <a:bodyPr/>
          <a:lstStyle>
            <a:lvl1pPr>
              <a:defRPr>
                <a:solidFill>
                  <a:schemeClr val="bg1"/>
                </a:solidFill>
              </a:defRPr>
            </a:lvl1pPr>
          </a:lstStyle>
          <a:p>
            <a:r>
              <a:rPr lang="sv-SE"/>
              <a:t>Presentationens titel</a:t>
            </a:r>
            <a:endParaRPr lang="sv-SE" dirty="0"/>
          </a:p>
        </p:txBody>
      </p:sp>
      <p:sp>
        <p:nvSpPr>
          <p:cNvPr id="5" name="Slide Number Placeholder 4">
            <a:extLst>
              <a:ext uri="{FF2B5EF4-FFF2-40B4-BE49-F238E27FC236}">
                <a16:creationId xmlns:a16="http://schemas.microsoft.com/office/drawing/2014/main" id="{0FF4E32D-7C07-5C12-90E2-15EA8BD97CF2}"/>
              </a:ext>
            </a:extLst>
          </p:cNvPr>
          <p:cNvSpPr>
            <a:spLocks noGrp="1"/>
          </p:cNvSpPr>
          <p:nvPr>
            <p:ph type="sldNum" sz="quarter" idx="12"/>
          </p:nvPr>
        </p:nvSpPr>
        <p:spPr>
          <a:xfrm>
            <a:off x="377509" y="6499228"/>
            <a:ext cx="571500" cy="109535"/>
          </a:xfrm>
          <a:prstGeom prst="rect">
            <a:avLst/>
          </a:prstGeom>
        </p:spPr>
        <p:txBody>
          <a:bodyPr/>
          <a:lstStyle>
            <a:lvl1pPr>
              <a:defRPr>
                <a:solidFill>
                  <a:schemeClr val="bg1"/>
                </a:solidFill>
              </a:defRPr>
            </a:lvl1pPr>
          </a:lstStyle>
          <a:p>
            <a:fld id="{AE086683-F536-42AB-ABBC-F4803DFE8DBC}" type="slidenum">
              <a:rPr lang="sv-SE" smtClean="0"/>
              <a:pPr/>
              <a:t>‹#›</a:t>
            </a:fld>
            <a:endParaRPr lang="sv-SE" dirty="0"/>
          </a:p>
        </p:txBody>
      </p:sp>
      <p:sp>
        <p:nvSpPr>
          <p:cNvPr id="2" name="Title 1">
            <a:extLst>
              <a:ext uri="{FF2B5EF4-FFF2-40B4-BE49-F238E27FC236}">
                <a16:creationId xmlns:a16="http://schemas.microsoft.com/office/drawing/2014/main" id="{C9A0D443-F1F6-32A3-4115-F58A2E65C217}"/>
              </a:ext>
            </a:extLst>
          </p:cNvPr>
          <p:cNvSpPr>
            <a:spLocks noGrp="1"/>
          </p:cNvSpPr>
          <p:nvPr>
            <p:ph type="title"/>
          </p:nvPr>
        </p:nvSpPr>
        <p:spPr>
          <a:xfrm>
            <a:off x="377509" y="1606550"/>
            <a:ext cx="10506391" cy="3600450"/>
          </a:xfrm>
          <a:prstGeom prst="rect">
            <a:avLst/>
          </a:prstGeom>
        </p:spPr>
        <p:txBody>
          <a:bodyPr anchor="ctr" anchorCtr="0"/>
          <a:lstStyle>
            <a:lvl1pPr>
              <a:defRPr sz="6000" spc="-90" baseline="0">
                <a:solidFill>
                  <a:schemeClr val="bg1"/>
                </a:solidFill>
              </a:defRPr>
            </a:lvl1pPr>
          </a:lstStyle>
          <a:p>
            <a:r>
              <a:rPr lang="sv-SE"/>
              <a:t>Klicka här för att ändra mall för rubrikformat</a:t>
            </a:r>
            <a:endParaRPr lang="sv-SE" dirty="0"/>
          </a:p>
        </p:txBody>
      </p:sp>
      <p:sp>
        <p:nvSpPr>
          <p:cNvPr id="9" name="TextBox 2">
            <a:extLst>
              <a:ext uri="{FF2B5EF4-FFF2-40B4-BE49-F238E27FC236}">
                <a16:creationId xmlns:a16="http://schemas.microsoft.com/office/drawing/2014/main" id="{7AD3BE65-099E-077E-F82B-2588E4465F7A}"/>
              </a:ext>
            </a:extLst>
          </p:cNvPr>
          <p:cNvSpPr txBox="1"/>
          <p:nvPr userDrawn="1"/>
        </p:nvSpPr>
        <p:spPr>
          <a:xfrm>
            <a:off x="0" y="-660400"/>
            <a:ext cx="12192000" cy="554610"/>
          </a:xfrm>
          <a:prstGeom prst="rect">
            <a:avLst/>
          </a:prstGeom>
          <a:solidFill>
            <a:schemeClr val="bg1"/>
          </a:solidFill>
        </p:spPr>
        <p:txBody>
          <a:bodyPr wrap="square" lIns="144000" tIns="0" rIns="144000" bIns="0" rtlCol="0" anchor="ctr" anchorCtr="0">
            <a:noAutofit/>
          </a:bodyPr>
          <a:lstStyle/>
          <a:p>
            <a:pPr algn="l"/>
            <a:r>
              <a:rPr lang="sv-SE" sz="1400" dirty="0">
                <a:cs typeface="Arial" panose="020B0604020202020204" pitchFamily="34" charset="0"/>
              </a:rPr>
              <a:t>När bildplatshållaren är gömd bakom rubriken: Klicka på bildplatshållaren och gå till </a:t>
            </a:r>
            <a:r>
              <a:rPr lang="sv-SE" sz="1400" b="1" dirty="0">
                <a:cs typeface="Arial" panose="020B0604020202020204" pitchFamily="34" charset="0"/>
              </a:rPr>
              <a:t>Infoga – Bilder</a:t>
            </a:r>
            <a:r>
              <a:rPr lang="sv-SE" sz="1400" dirty="0">
                <a:cs typeface="Arial" panose="020B0604020202020204" pitchFamily="34" charset="0"/>
              </a:rPr>
              <a:t> för att fylla den med en bild eller dra bilden till bildplatshållaren.</a:t>
            </a:r>
          </a:p>
        </p:txBody>
      </p:sp>
      <p:sp>
        <p:nvSpPr>
          <p:cNvPr id="6" name="Text Placeholder 12">
            <a:extLst>
              <a:ext uri="{FF2B5EF4-FFF2-40B4-BE49-F238E27FC236}">
                <a16:creationId xmlns:a16="http://schemas.microsoft.com/office/drawing/2014/main" id="{045FD048-7DDC-2DFC-2E11-C1E9C6B765AF}"/>
              </a:ext>
            </a:extLst>
          </p:cNvPr>
          <p:cNvSpPr>
            <a:spLocks noGrp="1"/>
          </p:cNvSpPr>
          <p:nvPr>
            <p:ph type="body" sz="quarter" idx="14" hasCustomPrompt="1"/>
          </p:nvPr>
        </p:nvSpPr>
        <p:spPr bwMode="black">
          <a:xfrm>
            <a:off x="10521351" y="6434927"/>
            <a:ext cx="1295999" cy="288661"/>
          </a:xfrm>
          <a:blipFill>
            <a:blip>
              <a:extLst>
                <a:ext uri="{96DAC541-7B7A-43D3-8B79-37D633B846F1}">
                  <asvg:svgBlip xmlns:asvg="http://schemas.microsoft.com/office/drawing/2016/SVG/main" r:embed="rId3"/>
                </a:ext>
              </a:extLst>
            </a:blip>
            <a:stretch>
              <a:fillRect/>
            </a:stretch>
          </a:blipFill>
        </p:spPr>
        <p:txBody>
          <a:bodyPr/>
          <a:lstStyle>
            <a:lvl1pPr>
              <a:buNone/>
              <a:defRPr sz="100">
                <a:noFill/>
              </a:defRPr>
            </a:lvl1pPr>
          </a:lstStyle>
          <a:p>
            <a:pPr lvl="0"/>
            <a:r>
              <a:rPr lang="en-GB"/>
              <a:t> </a:t>
            </a:r>
            <a:endParaRPr lang="en-GB" dirty="0"/>
          </a:p>
        </p:txBody>
      </p:sp>
    </p:spTree>
    <p:extLst>
      <p:ext uri="{BB962C8B-B14F-4D97-AF65-F5344CB8AC3E}">
        <p14:creationId xmlns:p14="http://schemas.microsoft.com/office/powerpoint/2010/main" val="3698499305"/>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ild med vitt mönster">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037B9119-FC7B-D7E8-9176-4459568ED4E1}"/>
              </a:ext>
            </a:extLst>
          </p:cNvPr>
          <p:cNvSpPr>
            <a:spLocks noGrp="1"/>
          </p:cNvSpPr>
          <p:nvPr>
            <p:ph type="pic" sz="quarter" idx="13"/>
          </p:nvPr>
        </p:nvSpPr>
        <p:spPr bwMode="white">
          <a:xfrm>
            <a:off x="0" y="0"/>
            <a:ext cx="12192000" cy="6858000"/>
          </a:xfrm>
          <a:prstGeom prst="rect">
            <a:avLst/>
          </a:prstGeom>
          <a:solidFill>
            <a:schemeClr val="tx1"/>
          </a:solidFill>
        </p:spPr>
        <p:txBody>
          <a:bodyPr/>
          <a:lstStyle>
            <a:lvl1pPr>
              <a:buFontTx/>
              <a:buNone/>
              <a:defRPr sz="100">
                <a:noFill/>
              </a:defRPr>
            </a:lvl1pPr>
          </a:lstStyle>
          <a:p>
            <a:r>
              <a:rPr lang="sv-SE"/>
              <a:t>Klicka på ikonen för att lägga till en bild</a:t>
            </a:r>
            <a:endParaRPr lang="sv-SE" dirty="0"/>
          </a:p>
        </p:txBody>
      </p:sp>
      <p:sp>
        <p:nvSpPr>
          <p:cNvPr id="17" name="Text Placeholder 12">
            <a:extLst>
              <a:ext uri="{FF2B5EF4-FFF2-40B4-BE49-F238E27FC236}">
                <a16:creationId xmlns:a16="http://schemas.microsoft.com/office/drawing/2014/main" id="{55A42BB1-0111-1513-1EE6-64B6AC271E1D}"/>
              </a:ext>
            </a:extLst>
          </p:cNvPr>
          <p:cNvSpPr>
            <a:spLocks noGrp="1"/>
          </p:cNvSpPr>
          <p:nvPr>
            <p:ph type="body" sz="quarter" idx="15" hasCustomPrompt="1"/>
          </p:nvPr>
        </p:nvSpPr>
        <p:spPr bwMode="invGray">
          <a:xfrm>
            <a:off x="8107171" y="890222"/>
            <a:ext cx="4084831" cy="5979987"/>
          </a:xfrm>
          <a:prstGeom prst="rect">
            <a:avLst/>
          </a:prstGeom>
          <a:blipFill dpi="0" rotWithShape="1">
            <a:blip>
              <a:alphaModFix amt="40000"/>
              <a:extLst>
                <a:ext uri="{96DAC541-7B7A-43D3-8B79-37D633B846F1}">
                  <asvg:svgBlip xmlns:asvg="http://schemas.microsoft.com/office/drawing/2016/SVG/main" r:embed="rId2"/>
                </a:ext>
              </a:extLst>
            </a:blip>
            <a:srcRect/>
            <a:stretch>
              <a:fillRect/>
            </a:stretch>
          </a:blipFill>
        </p:spPr>
        <p:txBody>
          <a:bodyPr/>
          <a:lstStyle>
            <a:lvl1pPr>
              <a:buNone/>
              <a:defRPr sz="100">
                <a:noFill/>
              </a:defRPr>
            </a:lvl1pPr>
          </a:lstStyle>
          <a:p>
            <a:pPr lvl="0"/>
            <a:r>
              <a:rPr lang="sv-SE"/>
              <a:t> </a:t>
            </a:r>
            <a:endParaRPr lang="sv-SE" dirty="0"/>
          </a:p>
        </p:txBody>
      </p:sp>
      <p:sp>
        <p:nvSpPr>
          <p:cNvPr id="3" name="Date Placeholder 2">
            <a:extLst>
              <a:ext uri="{FF2B5EF4-FFF2-40B4-BE49-F238E27FC236}">
                <a16:creationId xmlns:a16="http://schemas.microsoft.com/office/drawing/2014/main" id="{18ABE1B7-8EAD-7D86-7F88-FCFF3A0A9B92}"/>
              </a:ext>
            </a:extLst>
          </p:cNvPr>
          <p:cNvSpPr>
            <a:spLocks noGrp="1"/>
          </p:cNvSpPr>
          <p:nvPr>
            <p:ph type="dt" sz="half" idx="10"/>
          </p:nvPr>
        </p:nvSpPr>
        <p:spPr>
          <a:xfrm>
            <a:off x="6149975" y="6496847"/>
            <a:ext cx="1773238" cy="107948"/>
          </a:xfrm>
          <a:prstGeom prst="rect">
            <a:avLst/>
          </a:prstGeom>
        </p:spPr>
        <p:txBody>
          <a:bodyPr/>
          <a:lstStyle>
            <a:lvl1pPr>
              <a:defRPr>
                <a:solidFill>
                  <a:schemeClr val="bg1"/>
                </a:solidFill>
              </a:defRPr>
            </a:lvl1pPr>
          </a:lstStyle>
          <a:p>
            <a:fld id="{9C6679E2-834C-48DE-86EA-42376981FE42}" type="datetime1">
              <a:rPr lang="sv-SE" smtClean="0"/>
              <a:t>2026-05-13</a:t>
            </a:fld>
            <a:endParaRPr lang="sv-SE" dirty="0"/>
          </a:p>
        </p:txBody>
      </p:sp>
      <p:sp>
        <p:nvSpPr>
          <p:cNvPr id="4" name="Footer Placeholder 3">
            <a:extLst>
              <a:ext uri="{FF2B5EF4-FFF2-40B4-BE49-F238E27FC236}">
                <a16:creationId xmlns:a16="http://schemas.microsoft.com/office/drawing/2014/main" id="{A2E41942-4F44-0853-A73F-B5530191F149}"/>
              </a:ext>
            </a:extLst>
          </p:cNvPr>
          <p:cNvSpPr>
            <a:spLocks noGrp="1"/>
          </p:cNvSpPr>
          <p:nvPr>
            <p:ph type="ftr" sz="quarter" idx="11"/>
          </p:nvPr>
        </p:nvSpPr>
        <p:spPr>
          <a:xfrm>
            <a:off x="1843405" y="6502401"/>
            <a:ext cx="2260600" cy="107948"/>
          </a:xfrm>
          <a:prstGeom prst="rect">
            <a:avLst/>
          </a:prstGeom>
        </p:spPr>
        <p:txBody>
          <a:bodyPr/>
          <a:lstStyle>
            <a:lvl1pPr>
              <a:defRPr>
                <a:solidFill>
                  <a:schemeClr val="bg1"/>
                </a:solidFill>
              </a:defRPr>
            </a:lvl1pPr>
          </a:lstStyle>
          <a:p>
            <a:r>
              <a:rPr lang="sv-SE"/>
              <a:t>Presentationens titel</a:t>
            </a:r>
            <a:endParaRPr lang="sv-SE" dirty="0"/>
          </a:p>
        </p:txBody>
      </p:sp>
      <p:sp>
        <p:nvSpPr>
          <p:cNvPr id="5" name="Slide Number Placeholder 4">
            <a:extLst>
              <a:ext uri="{FF2B5EF4-FFF2-40B4-BE49-F238E27FC236}">
                <a16:creationId xmlns:a16="http://schemas.microsoft.com/office/drawing/2014/main" id="{0FF4E32D-7C07-5C12-90E2-15EA8BD97CF2}"/>
              </a:ext>
            </a:extLst>
          </p:cNvPr>
          <p:cNvSpPr>
            <a:spLocks noGrp="1"/>
          </p:cNvSpPr>
          <p:nvPr>
            <p:ph type="sldNum" sz="quarter" idx="12"/>
          </p:nvPr>
        </p:nvSpPr>
        <p:spPr>
          <a:xfrm>
            <a:off x="377509" y="6499228"/>
            <a:ext cx="571500" cy="109535"/>
          </a:xfrm>
          <a:prstGeom prst="rect">
            <a:avLst/>
          </a:prstGeom>
        </p:spPr>
        <p:txBody>
          <a:bodyPr/>
          <a:lstStyle>
            <a:lvl1pPr>
              <a:defRPr>
                <a:solidFill>
                  <a:schemeClr val="bg1"/>
                </a:solidFill>
              </a:defRPr>
            </a:lvl1pPr>
          </a:lstStyle>
          <a:p>
            <a:fld id="{AE086683-F536-42AB-ABBC-F4803DFE8DBC}" type="slidenum">
              <a:rPr lang="sv-SE" smtClean="0"/>
              <a:pPr/>
              <a:t>‹#›</a:t>
            </a:fld>
            <a:endParaRPr lang="sv-SE" dirty="0"/>
          </a:p>
        </p:txBody>
      </p:sp>
      <p:sp>
        <p:nvSpPr>
          <p:cNvPr id="2" name="Title 1">
            <a:extLst>
              <a:ext uri="{FF2B5EF4-FFF2-40B4-BE49-F238E27FC236}">
                <a16:creationId xmlns:a16="http://schemas.microsoft.com/office/drawing/2014/main" id="{C9A0D443-F1F6-32A3-4115-F58A2E65C217}"/>
              </a:ext>
            </a:extLst>
          </p:cNvPr>
          <p:cNvSpPr>
            <a:spLocks noGrp="1"/>
          </p:cNvSpPr>
          <p:nvPr>
            <p:ph type="title"/>
          </p:nvPr>
        </p:nvSpPr>
        <p:spPr>
          <a:xfrm>
            <a:off x="377509" y="1606550"/>
            <a:ext cx="10506391" cy="3600450"/>
          </a:xfrm>
          <a:prstGeom prst="rect">
            <a:avLst/>
          </a:prstGeom>
        </p:spPr>
        <p:txBody>
          <a:bodyPr anchor="ctr" anchorCtr="0"/>
          <a:lstStyle>
            <a:lvl1pPr>
              <a:defRPr sz="6000" spc="-90" baseline="0">
                <a:solidFill>
                  <a:schemeClr val="bg1"/>
                </a:solidFill>
              </a:defRPr>
            </a:lvl1pPr>
          </a:lstStyle>
          <a:p>
            <a:r>
              <a:rPr lang="sv-SE"/>
              <a:t>Klicka här för att ändra mall för rubrikformat</a:t>
            </a:r>
            <a:endParaRPr lang="sv-SE" dirty="0"/>
          </a:p>
        </p:txBody>
      </p:sp>
      <p:sp>
        <p:nvSpPr>
          <p:cNvPr id="9" name="TextBox 2">
            <a:extLst>
              <a:ext uri="{FF2B5EF4-FFF2-40B4-BE49-F238E27FC236}">
                <a16:creationId xmlns:a16="http://schemas.microsoft.com/office/drawing/2014/main" id="{3DADBC3C-6E1E-BDF5-51F3-A166A974ED2B}"/>
              </a:ext>
            </a:extLst>
          </p:cNvPr>
          <p:cNvSpPr txBox="1"/>
          <p:nvPr userDrawn="1"/>
        </p:nvSpPr>
        <p:spPr>
          <a:xfrm>
            <a:off x="0" y="-660400"/>
            <a:ext cx="12192000" cy="554610"/>
          </a:xfrm>
          <a:prstGeom prst="rect">
            <a:avLst/>
          </a:prstGeom>
          <a:solidFill>
            <a:schemeClr val="bg1"/>
          </a:solidFill>
        </p:spPr>
        <p:txBody>
          <a:bodyPr wrap="square" lIns="144000" tIns="0" rIns="144000" bIns="0" rtlCol="0" anchor="ctr" anchorCtr="0">
            <a:noAutofit/>
          </a:bodyPr>
          <a:lstStyle/>
          <a:p>
            <a:pPr algn="l"/>
            <a:r>
              <a:rPr lang="sv-SE" sz="1400" dirty="0">
                <a:cs typeface="Arial" panose="020B0604020202020204" pitchFamily="34" charset="0"/>
              </a:rPr>
              <a:t>När bildplatshållaren är gömd bakom rubriken: Klicka på bildplatshållaren och gå till </a:t>
            </a:r>
            <a:r>
              <a:rPr lang="sv-SE" sz="1400" b="1" dirty="0">
                <a:cs typeface="Arial" panose="020B0604020202020204" pitchFamily="34" charset="0"/>
              </a:rPr>
              <a:t>Infoga – Bilder</a:t>
            </a:r>
            <a:r>
              <a:rPr lang="sv-SE" sz="1400" dirty="0">
                <a:cs typeface="Arial" panose="020B0604020202020204" pitchFamily="34" charset="0"/>
              </a:rPr>
              <a:t> för att fylla den med en bild eller dra bilden till bildplatshållaren.</a:t>
            </a:r>
          </a:p>
        </p:txBody>
      </p:sp>
      <p:sp>
        <p:nvSpPr>
          <p:cNvPr id="6" name="Text Placeholder 12">
            <a:extLst>
              <a:ext uri="{FF2B5EF4-FFF2-40B4-BE49-F238E27FC236}">
                <a16:creationId xmlns:a16="http://schemas.microsoft.com/office/drawing/2014/main" id="{AF96C67A-B031-B157-3836-DE81F8709501}"/>
              </a:ext>
            </a:extLst>
          </p:cNvPr>
          <p:cNvSpPr>
            <a:spLocks noGrp="1"/>
          </p:cNvSpPr>
          <p:nvPr>
            <p:ph type="body" sz="quarter" idx="14" hasCustomPrompt="1"/>
          </p:nvPr>
        </p:nvSpPr>
        <p:spPr bwMode="black">
          <a:xfrm>
            <a:off x="10521351" y="6434927"/>
            <a:ext cx="1295999" cy="288661"/>
          </a:xfrm>
          <a:blipFill>
            <a:blip>
              <a:extLst>
                <a:ext uri="{96DAC541-7B7A-43D3-8B79-37D633B846F1}">
                  <asvg:svgBlip xmlns:asvg="http://schemas.microsoft.com/office/drawing/2016/SVG/main" r:embed="rId3"/>
                </a:ext>
              </a:extLst>
            </a:blip>
            <a:stretch>
              <a:fillRect/>
            </a:stretch>
          </a:blipFill>
        </p:spPr>
        <p:txBody>
          <a:bodyPr/>
          <a:lstStyle>
            <a:lvl1pPr>
              <a:buNone/>
              <a:defRPr sz="100">
                <a:noFill/>
              </a:defRPr>
            </a:lvl1pPr>
          </a:lstStyle>
          <a:p>
            <a:pPr lvl="0"/>
            <a:r>
              <a:rPr lang="en-GB"/>
              <a:t> </a:t>
            </a:r>
            <a:endParaRPr lang="en-GB" dirty="0"/>
          </a:p>
        </p:txBody>
      </p:sp>
    </p:spTree>
    <p:extLst>
      <p:ext uri="{BB962C8B-B14F-4D97-AF65-F5344CB8AC3E}">
        <p14:creationId xmlns:p14="http://schemas.microsoft.com/office/powerpoint/2010/main" val="146095420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e bilder med text, vit">
    <p:bg>
      <p:bgPr>
        <a:solidFill>
          <a:schemeClr val="bg1"/>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28CE16AA-269B-9031-EC27-688A3D157F8F}"/>
              </a:ext>
            </a:extLst>
          </p:cNvPr>
          <p:cNvSpPr>
            <a:spLocks noGrp="1"/>
          </p:cNvSpPr>
          <p:nvPr>
            <p:ph type="pic" sz="quarter" idx="13"/>
          </p:nvPr>
        </p:nvSpPr>
        <p:spPr>
          <a:xfrm>
            <a:off x="377509" y="1809750"/>
            <a:ext cx="3702050" cy="2466975"/>
          </a:xfrm>
          <a:custGeom>
            <a:avLst/>
            <a:gdLst>
              <a:gd name="csX0" fmla="*/ 0 w 3702050"/>
              <a:gd name="csY0" fmla="*/ 0 h 2466975"/>
              <a:gd name="csX1" fmla="*/ 3702050 w 3702050"/>
              <a:gd name="csY1" fmla="*/ 0 h 2466975"/>
              <a:gd name="csX2" fmla="*/ 3702050 w 3702050"/>
              <a:gd name="csY2" fmla="*/ 1640448 h 2466975"/>
              <a:gd name="csX3" fmla="*/ 3144551 w 3702050"/>
              <a:gd name="csY3" fmla="*/ 2466975 h 2466975"/>
              <a:gd name="csX4" fmla="*/ 0 w 3702050"/>
              <a:gd name="csY4" fmla="*/ 2466975 h 2466975"/>
            </a:gdLst>
            <a:ahLst/>
            <a:cxnLst>
              <a:cxn ang="0">
                <a:pos x="csX0" y="csY0"/>
              </a:cxn>
              <a:cxn ang="0">
                <a:pos x="csX1" y="csY1"/>
              </a:cxn>
              <a:cxn ang="0">
                <a:pos x="csX2" y="csY2"/>
              </a:cxn>
              <a:cxn ang="0">
                <a:pos x="csX3" y="csY3"/>
              </a:cxn>
              <a:cxn ang="0">
                <a:pos x="csX4" y="csY4"/>
              </a:cxn>
            </a:cxnLst>
            <a:rect l="l" t="t" r="r" b="b"/>
            <a:pathLst>
              <a:path w="3702050" h="2466975">
                <a:moveTo>
                  <a:pt x="0" y="0"/>
                </a:moveTo>
                <a:lnTo>
                  <a:pt x="3702050" y="0"/>
                </a:lnTo>
                <a:lnTo>
                  <a:pt x="3702050" y="1640448"/>
                </a:lnTo>
                <a:lnTo>
                  <a:pt x="3144551"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13" name="Text Placeholder 12">
            <a:extLst>
              <a:ext uri="{FF2B5EF4-FFF2-40B4-BE49-F238E27FC236}">
                <a16:creationId xmlns:a16="http://schemas.microsoft.com/office/drawing/2014/main" id="{8E85EA67-5F2E-9A4C-0954-90C426357809}"/>
              </a:ext>
            </a:extLst>
          </p:cNvPr>
          <p:cNvSpPr>
            <a:spLocks noGrp="1"/>
          </p:cNvSpPr>
          <p:nvPr>
            <p:ph type="body" sz="quarter" idx="16"/>
          </p:nvPr>
        </p:nvSpPr>
        <p:spPr>
          <a:xfrm>
            <a:off x="4252912" y="4351338"/>
            <a:ext cx="3700800" cy="394494"/>
          </a:xfrm>
        </p:spPr>
        <p:txBody>
          <a:bodyPr/>
          <a:lstStyle>
            <a:lvl1pPr marL="0" indent="0">
              <a:spcBef>
                <a:spcPts val="0"/>
              </a:spcBef>
              <a:spcAft>
                <a:spcPts val="0"/>
              </a:spcAft>
              <a:buNone/>
              <a:defRPr sz="3200" b="1" spc="-70" baseline="0">
                <a:solidFill>
                  <a:schemeClr val="accent1"/>
                </a:solidFill>
              </a:defRPr>
            </a:lvl1pPr>
            <a:lvl2pPr>
              <a:buNone/>
              <a:defRPr/>
            </a:lvl2pPr>
          </a:lstStyle>
          <a:p>
            <a:pPr lvl="0"/>
            <a:r>
              <a:rPr lang="sv-SE" dirty="0"/>
              <a:t>Klicka här för att ändra format på bakgrundstexten</a:t>
            </a:r>
          </a:p>
        </p:txBody>
      </p:sp>
      <p:sp>
        <p:nvSpPr>
          <p:cNvPr id="15" name="Text Placeholder 12">
            <a:extLst>
              <a:ext uri="{FF2B5EF4-FFF2-40B4-BE49-F238E27FC236}">
                <a16:creationId xmlns:a16="http://schemas.microsoft.com/office/drawing/2014/main" id="{DC1E3594-7A5A-BFD6-A4B6-850D15E4D774}"/>
              </a:ext>
            </a:extLst>
          </p:cNvPr>
          <p:cNvSpPr>
            <a:spLocks noGrp="1"/>
          </p:cNvSpPr>
          <p:nvPr>
            <p:ph type="body" sz="quarter" idx="17"/>
          </p:nvPr>
        </p:nvSpPr>
        <p:spPr>
          <a:xfrm>
            <a:off x="377509" y="4351338"/>
            <a:ext cx="3700800" cy="394494"/>
          </a:xfrm>
        </p:spPr>
        <p:txBody>
          <a:bodyPr/>
          <a:lstStyle>
            <a:lvl1pPr marL="0" indent="0">
              <a:spcBef>
                <a:spcPts val="0"/>
              </a:spcBef>
              <a:spcAft>
                <a:spcPts val="0"/>
              </a:spcAft>
              <a:buNone/>
              <a:defRPr sz="3200" b="1" spc="-70" baseline="0">
                <a:solidFill>
                  <a:schemeClr val="accent1"/>
                </a:solidFill>
              </a:defRPr>
            </a:lvl1pPr>
            <a:lvl2pPr>
              <a:buNone/>
              <a:defRPr/>
            </a:lvl2pPr>
          </a:lstStyle>
          <a:p>
            <a:pPr lvl="0"/>
            <a:r>
              <a:rPr lang="sv-SE" dirty="0"/>
              <a:t>Klicka här för att ändra format på bakgrundstexten</a:t>
            </a:r>
          </a:p>
        </p:txBody>
      </p:sp>
      <p:sp>
        <p:nvSpPr>
          <p:cNvPr id="16" name="Text Placeholder 12">
            <a:extLst>
              <a:ext uri="{FF2B5EF4-FFF2-40B4-BE49-F238E27FC236}">
                <a16:creationId xmlns:a16="http://schemas.microsoft.com/office/drawing/2014/main" id="{0282ECC5-B572-AFDB-B712-182943383F9C}"/>
              </a:ext>
            </a:extLst>
          </p:cNvPr>
          <p:cNvSpPr>
            <a:spLocks noGrp="1"/>
          </p:cNvSpPr>
          <p:nvPr>
            <p:ph type="body" sz="quarter" idx="18"/>
          </p:nvPr>
        </p:nvSpPr>
        <p:spPr>
          <a:xfrm>
            <a:off x="8108949" y="4351338"/>
            <a:ext cx="3700800" cy="394494"/>
          </a:xfrm>
        </p:spPr>
        <p:txBody>
          <a:bodyPr/>
          <a:lstStyle>
            <a:lvl1pPr marL="0" indent="0">
              <a:spcBef>
                <a:spcPts val="0"/>
              </a:spcBef>
              <a:buNone/>
              <a:defRPr sz="3200" b="1" spc="-70" baseline="0">
                <a:solidFill>
                  <a:schemeClr val="accent1"/>
                </a:solidFill>
              </a:defRPr>
            </a:lvl1pPr>
            <a:lvl2pPr>
              <a:buNone/>
              <a:defRPr/>
            </a:lvl2pPr>
          </a:lstStyle>
          <a:p>
            <a:pPr lvl="0"/>
            <a:r>
              <a:rPr lang="sv-SE" dirty="0"/>
              <a:t>Klicka här för att ändra format på bakgrundstexten</a:t>
            </a:r>
          </a:p>
        </p:txBody>
      </p:sp>
      <p:sp>
        <p:nvSpPr>
          <p:cNvPr id="18" name="Text Placeholder 17">
            <a:extLst>
              <a:ext uri="{FF2B5EF4-FFF2-40B4-BE49-F238E27FC236}">
                <a16:creationId xmlns:a16="http://schemas.microsoft.com/office/drawing/2014/main" id="{A9493CF7-9A72-845C-A1D8-93C8D8C0796E}"/>
              </a:ext>
            </a:extLst>
          </p:cNvPr>
          <p:cNvSpPr>
            <a:spLocks noGrp="1"/>
          </p:cNvSpPr>
          <p:nvPr>
            <p:ph type="body" sz="quarter" idx="19"/>
          </p:nvPr>
        </p:nvSpPr>
        <p:spPr>
          <a:xfrm>
            <a:off x="377509" y="4820444"/>
            <a:ext cx="3700800" cy="1345405"/>
          </a:xfrm>
        </p:spPr>
        <p:txBody>
          <a:bodyPr/>
          <a:lstStyle>
            <a:lvl1pPr marL="0" indent="0">
              <a:spcBef>
                <a:spcPts val="0"/>
              </a:spcBef>
              <a:buNone/>
              <a:defRPr sz="1800" b="1">
                <a:solidFill>
                  <a:schemeClr val="tx1"/>
                </a:solidFill>
              </a:defRPr>
            </a:lvl1pPr>
            <a:lvl2pPr>
              <a:buNone/>
              <a:defRPr/>
            </a:lvl2pPr>
          </a:lstStyle>
          <a:p>
            <a:pPr lvl="0"/>
            <a:r>
              <a:rPr lang="sv-SE" dirty="0"/>
              <a:t>Klicka här för att ändra format på bakgrundstexten</a:t>
            </a:r>
          </a:p>
        </p:txBody>
      </p:sp>
      <p:sp>
        <p:nvSpPr>
          <p:cNvPr id="19" name="Text Placeholder 17">
            <a:extLst>
              <a:ext uri="{FF2B5EF4-FFF2-40B4-BE49-F238E27FC236}">
                <a16:creationId xmlns:a16="http://schemas.microsoft.com/office/drawing/2014/main" id="{D66DA491-118D-9DF3-8F67-418F00B92BE3}"/>
              </a:ext>
            </a:extLst>
          </p:cNvPr>
          <p:cNvSpPr>
            <a:spLocks noGrp="1"/>
          </p:cNvSpPr>
          <p:nvPr>
            <p:ph type="body" sz="quarter" idx="20"/>
          </p:nvPr>
        </p:nvSpPr>
        <p:spPr>
          <a:xfrm>
            <a:off x="4252912" y="4820444"/>
            <a:ext cx="3700800" cy="1345405"/>
          </a:xfrm>
        </p:spPr>
        <p:txBody>
          <a:bodyPr/>
          <a:lstStyle>
            <a:lvl1pPr marL="0" indent="0">
              <a:spcBef>
                <a:spcPts val="0"/>
              </a:spcBef>
              <a:buNone/>
              <a:defRPr sz="1800" b="1">
                <a:solidFill>
                  <a:schemeClr val="tx1"/>
                </a:solidFill>
              </a:defRPr>
            </a:lvl1pPr>
            <a:lvl2pPr>
              <a:buNone/>
              <a:defRPr/>
            </a:lvl2pPr>
          </a:lstStyle>
          <a:p>
            <a:pPr lvl="0"/>
            <a:r>
              <a:rPr lang="sv-SE" dirty="0"/>
              <a:t>Klicka här för att ändra format på bakgrundstexten</a:t>
            </a:r>
          </a:p>
        </p:txBody>
      </p:sp>
      <p:sp>
        <p:nvSpPr>
          <p:cNvPr id="20" name="Text Placeholder 17">
            <a:extLst>
              <a:ext uri="{FF2B5EF4-FFF2-40B4-BE49-F238E27FC236}">
                <a16:creationId xmlns:a16="http://schemas.microsoft.com/office/drawing/2014/main" id="{18DF9096-D212-E673-A232-90E64F689858}"/>
              </a:ext>
            </a:extLst>
          </p:cNvPr>
          <p:cNvSpPr>
            <a:spLocks noGrp="1"/>
          </p:cNvSpPr>
          <p:nvPr>
            <p:ph type="body" sz="quarter" idx="21"/>
          </p:nvPr>
        </p:nvSpPr>
        <p:spPr>
          <a:xfrm>
            <a:off x="8108949" y="4820444"/>
            <a:ext cx="3700800" cy="1345405"/>
          </a:xfrm>
        </p:spPr>
        <p:txBody>
          <a:bodyPr/>
          <a:lstStyle>
            <a:lvl1pPr marL="0" indent="0">
              <a:spcBef>
                <a:spcPts val="0"/>
              </a:spcBef>
              <a:buNone/>
              <a:defRPr sz="1800" b="1">
                <a:solidFill>
                  <a:schemeClr val="tx1"/>
                </a:solidFill>
              </a:defRPr>
            </a:lvl1pPr>
            <a:lvl2pPr>
              <a:buNone/>
              <a:defRPr/>
            </a:lvl2pPr>
          </a:lstStyle>
          <a:p>
            <a:pPr lvl="0"/>
            <a:r>
              <a:rPr lang="sv-SE" dirty="0"/>
              <a:t>Klicka här för att ändra format på bakgrundstexten</a:t>
            </a:r>
          </a:p>
        </p:txBody>
      </p:sp>
      <p:sp>
        <p:nvSpPr>
          <p:cNvPr id="12" name="Title 11">
            <a:extLst>
              <a:ext uri="{FF2B5EF4-FFF2-40B4-BE49-F238E27FC236}">
                <a16:creationId xmlns:a16="http://schemas.microsoft.com/office/drawing/2014/main" id="{AD21CF88-1CA2-8F48-5413-A674E5570A2F}"/>
              </a:ext>
            </a:extLst>
          </p:cNvPr>
          <p:cNvSpPr>
            <a:spLocks noGrp="1"/>
          </p:cNvSpPr>
          <p:nvPr>
            <p:ph type="title"/>
          </p:nvPr>
        </p:nvSpPr>
        <p:spPr/>
        <p:txBody>
          <a:bodyPr/>
          <a:lstStyle>
            <a:lvl1pPr>
              <a:defRPr>
                <a:solidFill>
                  <a:schemeClr val="accent1"/>
                </a:solidFill>
              </a:defRPr>
            </a:lvl1pPr>
          </a:lstStyle>
          <a:p>
            <a:r>
              <a:rPr lang="sv-SE" dirty="0"/>
              <a:t>Klicka här för att ändra mall för rubrikformat</a:t>
            </a:r>
            <a:endParaRPr lang="en-GB" dirty="0"/>
          </a:p>
        </p:txBody>
      </p:sp>
      <p:sp>
        <p:nvSpPr>
          <p:cNvPr id="28" name="Picture Placeholder 27">
            <a:extLst>
              <a:ext uri="{FF2B5EF4-FFF2-40B4-BE49-F238E27FC236}">
                <a16:creationId xmlns:a16="http://schemas.microsoft.com/office/drawing/2014/main" id="{A76A391E-F497-3DB5-C162-377EF67E5F8E}"/>
              </a:ext>
            </a:extLst>
          </p:cNvPr>
          <p:cNvSpPr>
            <a:spLocks noGrp="1"/>
          </p:cNvSpPr>
          <p:nvPr>
            <p:ph type="pic" sz="quarter" idx="22"/>
          </p:nvPr>
        </p:nvSpPr>
        <p:spPr>
          <a:xfrm>
            <a:off x="4252912" y="1809750"/>
            <a:ext cx="3702050" cy="2466975"/>
          </a:xfrm>
          <a:custGeom>
            <a:avLst/>
            <a:gdLst>
              <a:gd name="csX0" fmla="*/ 0 w 3702050"/>
              <a:gd name="csY0" fmla="*/ 0 h 2466975"/>
              <a:gd name="csX1" fmla="*/ 3702050 w 3702050"/>
              <a:gd name="csY1" fmla="*/ 0 h 2466975"/>
              <a:gd name="csX2" fmla="*/ 3702050 w 3702050"/>
              <a:gd name="csY2" fmla="*/ 1640448 h 2466975"/>
              <a:gd name="csX3" fmla="*/ 3144551 w 3702050"/>
              <a:gd name="csY3" fmla="*/ 2466975 h 2466975"/>
              <a:gd name="csX4" fmla="*/ 0 w 3702050"/>
              <a:gd name="csY4" fmla="*/ 2466975 h 2466975"/>
            </a:gdLst>
            <a:ahLst/>
            <a:cxnLst>
              <a:cxn ang="0">
                <a:pos x="csX0" y="csY0"/>
              </a:cxn>
              <a:cxn ang="0">
                <a:pos x="csX1" y="csY1"/>
              </a:cxn>
              <a:cxn ang="0">
                <a:pos x="csX2" y="csY2"/>
              </a:cxn>
              <a:cxn ang="0">
                <a:pos x="csX3" y="csY3"/>
              </a:cxn>
              <a:cxn ang="0">
                <a:pos x="csX4" y="csY4"/>
              </a:cxn>
            </a:cxnLst>
            <a:rect l="l" t="t" r="r" b="b"/>
            <a:pathLst>
              <a:path w="3702050" h="2466975">
                <a:moveTo>
                  <a:pt x="0" y="0"/>
                </a:moveTo>
                <a:lnTo>
                  <a:pt x="3702050" y="0"/>
                </a:lnTo>
                <a:lnTo>
                  <a:pt x="3702050" y="1640448"/>
                </a:lnTo>
                <a:lnTo>
                  <a:pt x="3144551"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29" name="Picture Placeholder 28">
            <a:extLst>
              <a:ext uri="{FF2B5EF4-FFF2-40B4-BE49-F238E27FC236}">
                <a16:creationId xmlns:a16="http://schemas.microsoft.com/office/drawing/2014/main" id="{AFC24A76-0BAE-2DDF-F5A8-3949B739F69E}"/>
              </a:ext>
            </a:extLst>
          </p:cNvPr>
          <p:cNvSpPr>
            <a:spLocks noGrp="1"/>
          </p:cNvSpPr>
          <p:nvPr>
            <p:ph type="pic" sz="quarter" idx="23"/>
          </p:nvPr>
        </p:nvSpPr>
        <p:spPr>
          <a:xfrm>
            <a:off x="8108950" y="1809750"/>
            <a:ext cx="3702050" cy="2466975"/>
          </a:xfrm>
          <a:custGeom>
            <a:avLst/>
            <a:gdLst>
              <a:gd name="csX0" fmla="*/ 0 w 3702050"/>
              <a:gd name="csY0" fmla="*/ 0 h 2466975"/>
              <a:gd name="csX1" fmla="*/ 3702050 w 3702050"/>
              <a:gd name="csY1" fmla="*/ 0 h 2466975"/>
              <a:gd name="csX2" fmla="*/ 3702050 w 3702050"/>
              <a:gd name="csY2" fmla="*/ 1640448 h 2466975"/>
              <a:gd name="csX3" fmla="*/ 3144551 w 3702050"/>
              <a:gd name="csY3" fmla="*/ 2466975 h 2466975"/>
              <a:gd name="csX4" fmla="*/ 0 w 3702050"/>
              <a:gd name="csY4" fmla="*/ 2466975 h 2466975"/>
            </a:gdLst>
            <a:ahLst/>
            <a:cxnLst>
              <a:cxn ang="0">
                <a:pos x="csX0" y="csY0"/>
              </a:cxn>
              <a:cxn ang="0">
                <a:pos x="csX1" y="csY1"/>
              </a:cxn>
              <a:cxn ang="0">
                <a:pos x="csX2" y="csY2"/>
              </a:cxn>
              <a:cxn ang="0">
                <a:pos x="csX3" y="csY3"/>
              </a:cxn>
              <a:cxn ang="0">
                <a:pos x="csX4" y="csY4"/>
              </a:cxn>
            </a:cxnLst>
            <a:rect l="l" t="t" r="r" b="b"/>
            <a:pathLst>
              <a:path w="3702050" h="2466975">
                <a:moveTo>
                  <a:pt x="0" y="0"/>
                </a:moveTo>
                <a:lnTo>
                  <a:pt x="3702050" y="0"/>
                </a:lnTo>
                <a:lnTo>
                  <a:pt x="3702050" y="1640448"/>
                </a:lnTo>
                <a:lnTo>
                  <a:pt x="3144551"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2" name="Date Placeholder 2">
            <a:extLst>
              <a:ext uri="{FF2B5EF4-FFF2-40B4-BE49-F238E27FC236}">
                <a16:creationId xmlns:a16="http://schemas.microsoft.com/office/drawing/2014/main" id="{4748F378-B810-EF34-7680-48CC4BE9B791}"/>
              </a:ext>
            </a:extLst>
          </p:cNvPr>
          <p:cNvSpPr>
            <a:spLocks noGrp="1"/>
          </p:cNvSpPr>
          <p:nvPr>
            <p:ph type="dt" sz="half" idx="10"/>
          </p:nvPr>
        </p:nvSpPr>
        <p:spPr>
          <a:xfrm>
            <a:off x="6149975" y="6496847"/>
            <a:ext cx="1773238" cy="107948"/>
          </a:xfrm>
          <a:prstGeom prst="rect">
            <a:avLst/>
          </a:prstGeom>
        </p:spPr>
        <p:txBody>
          <a:bodyPr/>
          <a:lstStyle>
            <a:lvl1pPr>
              <a:defRPr>
                <a:solidFill>
                  <a:schemeClr val="accent1"/>
                </a:solidFill>
              </a:defRPr>
            </a:lvl1pPr>
          </a:lstStyle>
          <a:p>
            <a:fld id="{938F5C43-22C5-40D2-BF36-FFF4E4DCCE5A}" type="datetime1">
              <a:rPr lang="sv-SE" smtClean="0"/>
              <a:t>2026-05-13</a:t>
            </a:fld>
            <a:endParaRPr lang="sv-SE" dirty="0"/>
          </a:p>
        </p:txBody>
      </p:sp>
      <p:sp>
        <p:nvSpPr>
          <p:cNvPr id="6" name="Footer Placeholder 3">
            <a:extLst>
              <a:ext uri="{FF2B5EF4-FFF2-40B4-BE49-F238E27FC236}">
                <a16:creationId xmlns:a16="http://schemas.microsoft.com/office/drawing/2014/main" id="{653DA0CD-ED8C-C8AD-3CD3-4EF5B1653060}"/>
              </a:ext>
            </a:extLst>
          </p:cNvPr>
          <p:cNvSpPr>
            <a:spLocks noGrp="1"/>
          </p:cNvSpPr>
          <p:nvPr>
            <p:ph type="ftr" sz="quarter" idx="11"/>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8" name="Slide Number Placeholder 4">
            <a:extLst>
              <a:ext uri="{FF2B5EF4-FFF2-40B4-BE49-F238E27FC236}">
                <a16:creationId xmlns:a16="http://schemas.microsoft.com/office/drawing/2014/main" id="{CCBDEB28-DE8C-7D79-D8CB-ED2ACC5DC929}"/>
              </a:ext>
            </a:extLst>
          </p:cNvPr>
          <p:cNvSpPr>
            <a:spLocks noGrp="1"/>
          </p:cNvSpPr>
          <p:nvPr>
            <p:ph type="sldNum" sz="quarter" idx="12"/>
          </p:nvPr>
        </p:nvSpPr>
        <p:spPr>
          <a:xfrm>
            <a:off x="377509" y="6499228"/>
            <a:ext cx="571500" cy="109535"/>
          </a:xfrm>
          <a:prstGeom prst="rect">
            <a:avLst/>
          </a:prstGeom>
        </p:spPr>
        <p:txBody>
          <a:bodyPr/>
          <a:lstStyle>
            <a:lvl1pPr>
              <a:defRPr>
                <a:solidFill>
                  <a:schemeClr val="accent1"/>
                </a:solidFill>
              </a:defRPr>
            </a:lvl1pPr>
          </a:lstStyle>
          <a:p>
            <a:fld id="{AE086683-F536-42AB-ABBC-F4803DFE8DBC}" type="slidenum">
              <a:rPr lang="sv-SE" smtClean="0"/>
              <a:pPr/>
              <a:t>‹#›</a:t>
            </a:fld>
            <a:endParaRPr lang="sv-SE" dirty="0"/>
          </a:p>
        </p:txBody>
      </p:sp>
      <p:pic>
        <p:nvPicPr>
          <p:cNvPr id="3" name="Bild 2">
            <a:extLst>
              <a:ext uri="{FF2B5EF4-FFF2-40B4-BE49-F238E27FC236}">
                <a16:creationId xmlns:a16="http://schemas.microsoft.com/office/drawing/2014/main" id="{D0FB25B8-AD8C-314D-D238-C76FD243D33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371346132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re bilder med text, mörk">
    <p:bg>
      <p:bgPr>
        <a:solidFill>
          <a:schemeClr val="tx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550F60C-9313-8963-7140-88949CD21013}"/>
              </a:ext>
            </a:extLst>
          </p:cNvPr>
          <p:cNvSpPr>
            <a:spLocks noGrp="1"/>
          </p:cNvSpPr>
          <p:nvPr>
            <p:ph type="dt" sz="half" idx="10"/>
          </p:nvPr>
        </p:nvSpPr>
        <p:spPr>
          <a:xfrm>
            <a:off x="6149975" y="6496847"/>
            <a:ext cx="1773238" cy="107948"/>
          </a:xfrm>
          <a:prstGeom prst="rect">
            <a:avLst/>
          </a:prstGeom>
        </p:spPr>
        <p:txBody>
          <a:bodyPr/>
          <a:lstStyle>
            <a:lvl1pPr>
              <a:defRPr>
                <a:solidFill>
                  <a:schemeClr val="bg1"/>
                </a:solidFill>
              </a:defRPr>
            </a:lvl1pPr>
          </a:lstStyle>
          <a:p>
            <a:fld id="{93CCC2A6-DEA0-4C60-A39A-E0D0B6BCCAA8}" type="datetime1">
              <a:rPr lang="sv-SE" smtClean="0"/>
              <a:pPr/>
              <a:t>2026-05-13</a:t>
            </a:fld>
            <a:endParaRPr lang="sv-SE" dirty="0"/>
          </a:p>
        </p:txBody>
      </p:sp>
      <p:sp>
        <p:nvSpPr>
          <p:cNvPr id="4" name="Footer Placeholder 3">
            <a:extLst>
              <a:ext uri="{FF2B5EF4-FFF2-40B4-BE49-F238E27FC236}">
                <a16:creationId xmlns:a16="http://schemas.microsoft.com/office/drawing/2014/main" id="{9DF333A3-321A-1C0F-814C-0FA197E5055B}"/>
              </a:ext>
            </a:extLst>
          </p:cNvPr>
          <p:cNvSpPr>
            <a:spLocks noGrp="1"/>
          </p:cNvSpPr>
          <p:nvPr>
            <p:ph type="ftr" sz="quarter" idx="11"/>
          </p:nvPr>
        </p:nvSpPr>
        <p:spPr>
          <a:xfrm>
            <a:off x="1843405" y="6502401"/>
            <a:ext cx="2260600" cy="107948"/>
          </a:xfrm>
          <a:prstGeom prst="rect">
            <a:avLst/>
          </a:prstGeom>
        </p:spPr>
        <p:txBody>
          <a:bodyPr/>
          <a:lstStyle>
            <a:lvl1pPr>
              <a:defRPr>
                <a:solidFill>
                  <a:schemeClr val="bg1"/>
                </a:solidFill>
              </a:defRPr>
            </a:lvl1pPr>
          </a:lstStyle>
          <a:p>
            <a:r>
              <a:rPr lang="sv-SE"/>
              <a:t>Presentationens titel</a:t>
            </a:r>
            <a:endParaRPr lang="sv-SE" dirty="0"/>
          </a:p>
        </p:txBody>
      </p:sp>
      <p:sp>
        <p:nvSpPr>
          <p:cNvPr id="5" name="Slide Number Placeholder 4">
            <a:extLst>
              <a:ext uri="{FF2B5EF4-FFF2-40B4-BE49-F238E27FC236}">
                <a16:creationId xmlns:a16="http://schemas.microsoft.com/office/drawing/2014/main" id="{8A03DA71-FCBA-29C7-35D5-2CA4BB76D7A0}"/>
              </a:ext>
            </a:extLst>
          </p:cNvPr>
          <p:cNvSpPr>
            <a:spLocks noGrp="1"/>
          </p:cNvSpPr>
          <p:nvPr>
            <p:ph type="sldNum" sz="quarter" idx="12"/>
          </p:nvPr>
        </p:nvSpPr>
        <p:spPr>
          <a:xfrm>
            <a:off x="377509" y="6499228"/>
            <a:ext cx="571500" cy="109535"/>
          </a:xfrm>
          <a:prstGeom prst="rect">
            <a:avLst/>
          </a:prstGeom>
        </p:spPr>
        <p:txBody>
          <a:bodyPr/>
          <a:lstStyle>
            <a:lvl1pPr>
              <a:defRPr>
                <a:solidFill>
                  <a:schemeClr val="bg1"/>
                </a:solidFill>
              </a:defRPr>
            </a:lvl1pPr>
          </a:lstStyle>
          <a:p>
            <a:fld id="{AE086683-F536-42AB-ABBC-F4803DFE8DBC}" type="slidenum">
              <a:rPr lang="sv-SE" smtClean="0"/>
              <a:pPr/>
              <a:t>‹#›</a:t>
            </a:fld>
            <a:endParaRPr lang="sv-SE" dirty="0"/>
          </a:p>
        </p:txBody>
      </p:sp>
      <p:sp>
        <p:nvSpPr>
          <p:cNvPr id="27" name="Picture Placeholder 26">
            <a:extLst>
              <a:ext uri="{FF2B5EF4-FFF2-40B4-BE49-F238E27FC236}">
                <a16:creationId xmlns:a16="http://schemas.microsoft.com/office/drawing/2014/main" id="{28CE16AA-269B-9031-EC27-688A3D157F8F}"/>
              </a:ext>
            </a:extLst>
          </p:cNvPr>
          <p:cNvSpPr>
            <a:spLocks noGrp="1"/>
          </p:cNvSpPr>
          <p:nvPr>
            <p:ph type="pic" sz="quarter" idx="13"/>
          </p:nvPr>
        </p:nvSpPr>
        <p:spPr>
          <a:xfrm>
            <a:off x="377509" y="1809750"/>
            <a:ext cx="3702050" cy="2466975"/>
          </a:xfrm>
          <a:custGeom>
            <a:avLst/>
            <a:gdLst>
              <a:gd name="csX0" fmla="*/ 0 w 3702050"/>
              <a:gd name="csY0" fmla="*/ 0 h 2466975"/>
              <a:gd name="csX1" fmla="*/ 3702050 w 3702050"/>
              <a:gd name="csY1" fmla="*/ 0 h 2466975"/>
              <a:gd name="csX2" fmla="*/ 3702050 w 3702050"/>
              <a:gd name="csY2" fmla="*/ 1640448 h 2466975"/>
              <a:gd name="csX3" fmla="*/ 3144551 w 3702050"/>
              <a:gd name="csY3" fmla="*/ 2466975 h 2466975"/>
              <a:gd name="csX4" fmla="*/ 0 w 3702050"/>
              <a:gd name="csY4" fmla="*/ 2466975 h 2466975"/>
            </a:gdLst>
            <a:ahLst/>
            <a:cxnLst>
              <a:cxn ang="0">
                <a:pos x="csX0" y="csY0"/>
              </a:cxn>
              <a:cxn ang="0">
                <a:pos x="csX1" y="csY1"/>
              </a:cxn>
              <a:cxn ang="0">
                <a:pos x="csX2" y="csY2"/>
              </a:cxn>
              <a:cxn ang="0">
                <a:pos x="csX3" y="csY3"/>
              </a:cxn>
              <a:cxn ang="0">
                <a:pos x="csX4" y="csY4"/>
              </a:cxn>
            </a:cxnLst>
            <a:rect l="l" t="t" r="r" b="b"/>
            <a:pathLst>
              <a:path w="3702050" h="2466975">
                <a:moveTo>
                  <a:pt x="0" y="0"/>
                </a:moveTo>
                <a:lnTo>
                  <a:pt x="3702050" y="0"/>
                </a:lnTo>
                <a:lnTo>
                  <a:pt x="3702050" y="1640448"/>
                </a:lnTo>
                <a:lnTo>
                  <a:pt x="3144551"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13" name="Text Placeholder 12">
            <a:extLst>
              <a:ext uri="{FF2B5EF4-FFF2-40B4-BE49-F238E27FC236}">
                <a16:creationId xmlns:a16="http://schemas.microsoft.com/office/drawing/2014/main" id="{8E85EA67-5F2E-9A4C-0954-90C426357809}"/>
              </a:ext>
            </a:extLst>
          </p:cNvPr>
          <p:cNvSpPr>
            <a:spLocks noGrp="1"/>
          </p:cNvSpPr>
          <p:nvPr>
            <p:ph type="body" sz="quarter" idx="16"/>
          </p:nvPr>
        </p:nvSpPr>
        <p:spPr>
          <a:xfrm>
            <a:off x="4252912" y="4351338"/>
            <a:ext cx="3700800" cy="394494"/>
          </a:xfrm>
          <a:prstGeom prst="rect">
            <a:avLst/>
          </a:prstGeom>
        </p:spPr>
        <p:txBody>
          <a:bodyPr/>
          <a:lstStyle>
            <a:lvl1pPr marL="0" indent="0">
              <a:spcBef>
                <a:spcPts val="0"/>
              </a:spcBef>
              <a:spcAft>
                <a:spcPts val="0"/>
              </a:spcAft>
              <a:buNone/>
              <a:defRPr sz="3200" b="1" spc="-70" baseline="0">
                <a:solidFill>
                  <a:schemeClr val="accent2"/>
                </a:solidFill>
              </a:defRPr>
            </a:lvl1pPr>
            <a:lvl2pPr>
              <a:buNone/>
              <a:defRPr/>
            </a:lvl2pPr>
          </a:lstStyle>
          <a:p>
            <a:pPr lvl="0"/>
            <a:r>
              <a:rPr lang="sv-SE"/>
              <a:t>Klicka här för att ändra format på bakgrundstexten</a:t>
            </a:r>
          </a:p>
        </p:txBody>
      </p:sp>
      <p:sp>
        <p:nvSpPr>
          <p:cNvPr id="15" name="Text Placeholder 12">
            <a:extLst>
              <a:ext uri="{FF2B5EF4-FFF2-40B4-BE49-F238E27FC236}">
                <a16:creationId xmlns:a16="http://schemas.microsoft.com/office/drawing/2014/main" id="{DC1E3594-7A5A-BFD6-A4B6-850D15E4D774}"/>
              </a:ext>
            </a:extLst>
          </p:cNvPr>
          <p:cNvSpPr>
            <a:spLocks noGrp="1"/>
          </p:cNvSpPr>
          <p:nvPr>
            <p:ph type="body" sz="quarter" idx="17"/>
          </p:nvPr>
        </p:nvSpPr>
        <p:spPr>
          <a:xfrm>
            <a:off x="377509" y="4351338"/>
            <a:ext cx="3700800" cy="394494"/>
          </a:xfrm>
          <a:prstGeom prst="rect">
            <a:avLst/>
          </a:prstGeom>
        </p:spPr>
        <p:txBody>
          <a:bodyPr/>
          <a:lstStyle>
            <a:lvl1pPr marL="0" indent="0">
              <a:spcBef>
                <a:spcPts val="0"/>
              </a:spcBef>
              <a:spcAft>
                <a:spcPts val="0"/>
              </a:spcAft>
              <a:buNone/>
              <a:defRPr sz="3200" b="1" spc="-70" baseline="0">
                <a:solidFill>
                  <a:schemeClr val="accent2"/>
                </a:solidFill>
              </a:defRPr>
            </a:lvl1pPr>
            <a:lvl2pPr>
              <a:buNone/>
              <a:defRPr/>
            </a:lvl2pPr>
          </a:lstStyle>
          <a:p>
            <a:pPr lvl="0"/>
            <a:r>
              <a:rPr lang="sv-SE"/>
              <a:t>Klicka här för att ändra format på bakgrundstexten</a:t>
            </a:r>
          </a:p>
        </p:txBody>
      </p:sp>
      <p:sp>
        <p:nvSpPr>
          <p:cNvPr id="16" name="Text Placeholder 12">
            <a:extLst>
              <a:ext uri="{FF2B5EF4-FFF2-40B4-BE49-F238E27FC236}">
                <a16:creationId xmlns:a16="http://schemas.microsoft.com/office/drawing/2014/main" id="{0282ECC5-B572-AFDB-B712-182943383F9C}"/>
              </a:ext>
            </a:extLst>
          </p:cNvPr>
          <p:cNvSpPr>
            <a:spLocks noGrp="1"/>
          </p:cNvSpPr>
          <p:nvPr>
            <p:ph type="body" sz="quarter" idx="18"/>
          </p:nvPr>
        </p:nvSpPr>
        <p:spPr>
          <a:xfrm>
            <a:off x="8108949" y="4351338"/>
            <a:ext cx="3700800" cy="394494"/>
          </a:xfrm>
          <a:prstGeom prst="rect">
            <a:avLst/>
          </a:prstGeom>
        </p:spPr>
        <p:txBody>
          <a:bodyPr/>
          <a:lstStyle>
            <a:lvl1pPr marL="0" indent="0">
              <a:spcBef>
                <a:spcPts val="0"/>
              </a:spcBef>
              <a:buNone/>
              <a:defRPr sz="3200" b="1" spc="-70" baseline="0">
                <a:solidFill>
                  <a:schemeClr val="accent2"/>
                </a:solidFill>
              </a:defRPr>
            </a:lvl1pPr>
            <a:lvl2pPr>
              <a:buNone/>
              <a:defRPr/>
            </a:lvl2pPr>
          </a:lstStyle>
          <a:p>
            <a:pPr lvl="0"/>
            <a:r>
              <a:rPr lang="sv-SE"/>
              <a:t>Klicka här för att ändra format på bakgrundstexten</a:t>
            </a:r>
          </a:p>
        </p:txBody>
      </p:sp>
      <p:sp>
        <p:nvSpPr>
          <p:cNvPr id="18" name="Text Placeholder 17">
            <a:extLst>
              <a:ext uri="{FF2B5EF4-FFF2-40B4-BE49-F238E27FC236}">
                <a16:creationId xmlns:a16="http://schemas.microsoft.com/office/drawing/2014/main" id="{A9493CF7-9A72-845C-A1D8-93C8D8C0796E}"/>
              </a:ext>
            </a:extLst>
          </p:cNvPr>
          <p:cNvSpPr>
            <a:spLocks noGrp="1"/>
          </p:cNvSpPr>
          <p:nvPr>
            <p:ph type="body" sz="quarter" idx="19"/>
          </p:nvPr>
        </p:nvSpPr>
        <p:spPr>
          <a:xfrm>
            <a:off x="377509" y="4820444"/>
            <a:ext cx="3700800" cy="1345405"/>
          </a:xfrm>
          <a:prstGeom prst="rect">
            <a:avLst/>
          </a:prstGeom>
        </p:spPr>
        <p:txBody>
          <a:bodyPr/>
          <a:lstStyle>
            <a:lvl1pPr marL="0" indent="0">
              <a:spcBef>
                <a:spcPts val="0"/>
              </a:spcBef>
              <a:buNone/>
              <a:defRPr sz="1800" b="1">
                <a:solidFill>
                  <a:schemeClr val="bg1"/>
                </a:solidFill>
              </a:defRPr>
            </a:lvl1pPr>
            <a:lvl2pPr>
              <a:buNone/>
              <a:defRPr/>
            </a:lvl2pPr>
          </a:lstStyle>
          <a:p>
            <a:pPr lvl="0"/>
            <a:r>
              <a:rPr lang="sv-SE"/>
              <a:t>Klicka här för att ändra format på bakgrundstexten</a:t>
            </a:r>
          </a:p>
        </p:txBody>
      </p:sp>
      <p:sp>
        <p:nvSpPr>
          <p:cNvPr id="19" name="Text Placeholder 17">
            <a:extLst>
              <a:ext uri="{FF2B5EF4-FFF2-40B4-BE49-F238E27FC236}">
                <a16:creationId xmlns:a16="http://schemas.microsoft.com/office/drawing/2014/main" id="{D66DA491-118D-9DF3-8F67-418F00B92BE3}"/>
              </a:ext>
            </a:extLst>
          </p:cNvPr>
          <p:cNvSpPr>
            <a:spLocks noGrp="1"/>
          </p:cNvSpPr>
          <p:nvPr>
            <p:ph type="body" sz="quarter" idx="20"/>
          </p:nvPr>
        </p:nvSpPr>
        <p:spPr>
          <a:xfrm>
            <a:off x="4252912" y="4820444"/>
            <a:ext cx="3700800" cy="1345405"/>
          </a:xfrm>
          <a:prstGeom prst="rect">
            <a:avLst/>
          </a:prstGeom>
        </p:spPr>
        <p:txBody>
          <a:bodyPr/>
          <a:lstStyle>
            <a:lvl1pPr marL="0" indent="0">
              <a:spcBef>
                <a:spcPts val="0"/>
              </a:spcBef>
              <a:buNone/>
              <a:defRPr sz="1800" b="1">
                <a:solidFill>
                  <a:schemeClr val="bg1"/>
                </a:solidFill>
              </a:defRPr>
            </a:lvl1pPr>
            <a:lvl2pPr>
              <a:buNone/>
              <a:defRPr/>
            </a:lvl2pPr>
          </a:lstStyle>
          <a:p>
            <a:pPr lvl="0"/>
            <a:r>
              <a:rPr lang="sv-SE"/>
              <a:t>Klicka här för att ändra format på bakgrundstexten</a:t>
            </a:r>
          </a:p>
        </p:txBody>
      </p:sp>
      <p:sp>
        <p:nvSpPr>
          <p:cNvPr id="20" name="Text Placeholder 17">
            <a:extLst>
              <a:ext uri="{FF2B5EF4-FFF2-40B4-BE49-F238E27FC236}">
                <a16:creationId xmlns:a16="http://schemas.microsoft.com/office/drawing/2014/main" id="{18DF9096-D212-E673-A232-90E64F689858}"/>
              </a:ext>
            </a:extLst>
          </p:cNvPr>
          <p:cNvSpPr>
            <a:spLocks noGrp="1"/>
          </p:cNvSpPr>
          <p:nvPr>
            <p:ph type="body" sz="quarter" idx="21"/>
          </p:nvPr>
        </p:nvSpPr>
        <p:spPr>
          <a:xfrm>
            <a:off x="8108949" y="4820444"/>
            <a:ext cx="3700800" cy="1345405"/>
          </a:xfrm>
          <a:prstGeom prst="rect">
            <a:avLst/>
          </a:prstGeom>
        </p:spPr>
        <p:txBody>
          <a:bodyPr/>
          <a:lstStyle>
            <a:lvl1pPr marL="0" indent="0">
              <a:spcBef>
                <a:spcPts val="0"/>
              </a:spcBef>
              <a:buNone/>
              <a:defRPr sz="1800" b="1">
                <a:solidFill>
                  <a:schemeClr val="bg1"/>
                </a:solidFill>
              </a:defRPr>
            </a:lvl1pPr>
            <a:lvl2pPr>
              <a:buNone/>
              <a:defRPr/>
            </a:lvl2pPr>
          </a:lstStyle>
          <a:p>
            <a:pPr lvl="0"/>
            <a:r>
              <a:rPr lang="sv-SE"/>
              <a:t>Klicka här för att ändra format på bakgrundstexten</a:t>
            </a:r>
          </a:p>
        </p:txBody>
      </p:sp>
      <p:sp>
        <p:nvSpPr>
          <p:cNvPr id="12" name="Title 11">
            <a:extLst>
              <a:ext uri="{FF2B5EF4-FFF2-40B4-BE49-F238E27FC236}">
                <a16:creationId xmlns:a16="http://schemas.microsoft.com/office/drawing/2014/main" id="{AD21CF88-1CA2-8F48-5413-A674E5570A2F}"/>
              </a:ext>
            </a:extLst>
          </p:cNvPr>
          <p:cNvSpPr>
            <a:spLocks noGrp="1"/>
          </p:cNvSpPr>
          <p:nvPr>
            <p:ph type="title"/>
          </p:nvPr>
        </p:nvSpPr>
        <p:spPr>
          <a:xfrm>
            <a:off x="377509" y="339725"/>
            <a:ext cx="10152854" cy="1159676"/>
          </a:xfrm>
          <a:prstGeom prst="rect">
            <a:avLst/>
          </a:prstGeom>
        </p:spPr>
        <p:txBody>
          <a:bodyPr/>
          <a:lstStyle>
            <a:lvl1pPr>
              <a:defRPr>
                <a:solidFill>
                  <a:schemeClr val="accent2"/>
                </a:solidFill>
              </a:defRPr>
            </a:lvl1pPr>
          </a:lstStyle>
          <a:p>
            <a:r>
              <a:rPr lang="sv-SE"/>
              <a:t>Klicka här för att ändra mall för rubrikformat</a:t>
            </a:r>
            <a:endParaRPr lang="sv-SE" dirty="0"/>
          </a:p>
        </p:txBody>
      </p:sp>
      <p:sp>
        <p:nvSpPr>
          <p:cNvPr id="28" name="Picture Placeholder 27">
            <a:extLst>
              <a:ext uri="{FF2B5EF4-FFF2-40B4-BE49-F238E27FC236}">
                <a16:creationId xmlns:a16="http://schemas.microsoft.com/office/drawing/2014/main" id="{A76A391E-F497-3DB5-C162-377EF67E5F8E}"/>
              </a:ext>
            </a:extLst>
          </p:cNvPr>
          <p:cNvSpPr>
            <a:spLocks noGrp="1"/>
          </p:cNvSpPr>
          <p:nvPr>
            <p:ph type="pic" sz="quarter" idx="22"/>
          </p:nvPr>
        </p:nvSpPr>
        <p:spPr>
          <a:xfrm>
            <a:off x="4252912" y="1809750"/>
            <a:ext cx="3702050" cy="2466975"/>
          </a:xfrm>
          <a:custGeom>
            <a:avLst/>
            <a:gdLst>
              <a:gd name="csX0" fmla="*/ 0 w 3702050"/>
              <a:gd name="csY0" fmla="*/ 0 h 2466975"/>
              <a:gd name="csX1" fmla="*/ 3702050 w 3702050"/>
              <a:gd name="csY1" fmla="*/ 0 h 2466975"/>
              <a:gd name="csX2" fmla="*/ 3702050 w 3702050"/>
              <a:gd name="csY2" fmla="*/ 1640448 h 2466975"/>
              <a:gd name="csX3" fmla="*/ 3144551 w 3702050"/>
              <a:gd name="csY3" fmla="*/ 2466975 h 2466975"/>
              <a:gd name="csX4" fmla="*/ 0 w 3702050"/>
              <a:gd name="csY4" fmla="*/ 2466975 h 2466975"/>
            </a:gdLst>
            <a:ahLst/>
            <a:cxnLst>
              <a:cxn ang="0">
                <a:pos x="csX0" y="csY0"/>
              </a:cxn>
              <a:cxn ang="0">
                <a:pos x="csX1" y="csY1"/>
              </a:cxn>
              <a:cxn ang="0">
                <a:pos x="csX2" y="csY2"/>
              </a:cxn>
              <a:cxn ang="0">
                <a:pos x="csX3" y="csY3"/>
              </a:cxn>
              <a:cxn ang="0">
                <a:pos x="csX4" y="csY4"/>
              </a:cxn>
            </a:cxnLst>
            <a:rect l="l" t="t" r="r" b="b"/>
            <a:pathLst>
              <a:path w="3702050" h="2466975">
                <a:moveTo>
                  <a:pt x="0" y="0"/>
                </a:moveTo>
                <a:lnTo>
                  <a:pt x="3702050" y="0"/>
                </a:lnTo>
                <a:lnTo>
                  <a:pt x="3702050" y="1640448"/>
                </a:lnTo>
                <a:lnTo>
                  <a:pt x="3144551"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29" name="Picture Placeholder 28">
            <a:extLst>
              <a:ext uri="{FF2B5EF4-FFF2-40B4-BE49-F238E27FC236}">
                <a16:creationId xmlns:a16="http://schemas.microsoft.com/office/drawing/2014/main" id="{AFC24A76-0BAE-2DDF-F5A8-3949B739F69E}"/>
              </a:ext>
            </a:extLst>
          </p:cNvPr>
          <p:cNvSpPr>
            <a:spLocks noGrp="1"/>
          </p:cNvSpPr>
          <p:nvPr>
            <p:ph type="pic" sz="quarter" idx="23"/>
          </p:nvPr>
        </p:nvSpPr>
        <p:spPr>
          <a:xfrm>
            <a:off x="8108950" y="1809750"/>
            <a:ext cx="3702050" cy="2466975"/>
          </a:xfrm>
          <a:custGeom>
            <a:avLst/>
            <a:gdLst>
              <a:gd name="csX0" fmla="*/ 0 w 3702050"/>
              <a:gd name="csY0" fmla="*/ 0 h 2466975"/>
              <a:gd name="csX1" fmla="*/ 3702050 w 3702050"/>
              <a:gd name="csY1" fmla="*/ 0 h 2466975"/>
              <a:gd name="csX2" fmla="*/ 3702050 w 3702050"/>
              <a:gd name="csY2" fmla="*/ 1640448 h 2466975"/>
              <a:gd name="csX3" fmla="*/ 3144551 w 3702050"/>
              <a:gd name="csY3" fmla="*/ 2466975 h 2466975"/>
              <a:gd name="csX4" fmla="*/ 0 w 3702050"/>
              <a:gd name="csY4" fmla="*/ 2466975 h 2466975"/>
            </a:gdLst>
            <a:ahLst/>
            <a:cxnLst>
              <a:cxn ang="0">
                <a:pos x="csX0" y="csY0"/>
              </a:cxn>
              <a:cxn ang="0">
                <a:pos x="csX1" y="csY1"/>
              </a:cxn>
              <a:cxn ang="0">
                <a:pos x="csX2" y="csY2"/>
              </a:cxn>
              <a:cxn ang="0">
                <a:pos x="csX3" y="csY3"/>
              </a:cxn>
              <a:cxn ang="0">
                <a:pos x="csX4" y="csY4"/>
              </a:cxn>
            </a:cxnLst>
            <a:rect l="l" t="t" r="r" b="b"/>
            <a:pathLst>
              <a:path w="3702050" h="2466975">
                <a:moveTo>
                  <a:pt x="0" y="0"/>
                </a:moveTo>
                <a:lnTo>
                  <a:pt x="3702050" y="0"/>
                </a:lnTo>
                <a:lnTo>
                  <a:pt x="3702050" y="1640448"/>
                </a:lnTo>
                <a:lnTo>
                  <a:pt x="3144551"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6" name="Text Placeholder 12">
            <a:extLst>
              <a:ext uri="{FF2B5EF4-FFF2-40B4-BE49-F238E27FC236}">
                <a16:creationId xmlns:a16="http://schemas.microsoft.com/office/drawing/2014/main" id="{9485EC72-AF94-0BA6-B995-0F5FC63368D3}"/>
              </a:ext>
            </a:extLst>
          </p:cNvPr>
          <p:cNvSpPr>
            <a:spLocks noGrp="1"/>
          </p:cNvSpPr>
          <p:nvPr>
            <p:ph type="body" sz="quarter" idx="14" hasCustomPrompt="1"/>
          </p:nvPr>
        </p:nvSpPr>
        <p:spPr bwMode="black">
          <a:xfrm>
            <a:off x="10521351" y="6434927"/>
            <a:ext cx="1295999" cy="288661"/>
          </a:xfr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en-GB"/>
              <a:t> </a:t>
            </a:r>
            <a:endParaRPr lang="en-GB" dirty="0"/>
          </a:p>
        </p:txBody>
      </p:sp>
    </p:spTree>
    <p:extLst>
      <p:ext uri="{BB962C8B-B14F-4D97-AF65-F5344CB8AC3E}">
        <p14:creationId xmlns:p14="http://schemas.microsoft.com/office/powerpoint/2010/main" val="47485009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pictures with text, Beige">
    <p:bg>
      <p:bgPr>
        <a:solidFill>
          <a:schemeClr val="bg2"/>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28CE16AA-269B-9031-EC27-688A3D157F8F}"/>
              </a:ext>
            </a:extLst>
          </p:cNvPr>
          <p:cNvSpPr>
            <a:spLocks noGrp="1"/>
          </p:cNvSpPr>
          <p:nvPr>
            <p:ph type="pic" sz="quarter" idx="13"/>
          </p:nvPr>
        </p:nvSpPr>
        <p:spPr>
          <a:xfrm>
            <a:off x="377509" y="1809750"/>
            <a:ext cx="3702050" cy="2466975"/>
          </a:xfrm>
          <a:custGeom>
            <a:avLst/>
            <a:gdLst>
              <a:gd name="csX0" fmla="*/ 0 w 3702050"/>
              <a:gd name="csY0" fmla="*/ 0 h 2466975"/>
              <a:gd name="csX1" fmla="*/ 3702050 w 3702050"/>
              <a:gd name="csY1" fmla="*/ 0 h 2466975"/>
              <a:gd name="csX2" fmla="*/ 3702050 w 3702050"/>
              <a:gd name="csY2" fmla="*/ 1640448 h 2466975"/>
              <a:gd name="csX3" fmla="*/ 3144551 w 3702050"/>
              <a:gd name="csY3" fmla="*/ 2466975 h 2466975"/>
              <a:gd name="csX4" fmla="*/ 0 w 3702050"/>
              <a:gd name="csY4" fmla="*/ 2466975 h 2466975"/>
            </a:gdLst>
            <a:ahLst/>
            <a:cxnLst>
              <a:cxn ang="0">
                <a:pos x="csX0" y="csY0"/>
              </a:cxn>
              <a:cxn ang="0">
                <a:pos x="csX1" y="csY1"/>
              </a:cxn>
              <a:cxn ang="0">
                <a:pos x="csX2" y="csY2"/>
              </a:cxn>
              <a:cxn ang="0">
                <a:pos x="csX3" y="csY3"/>
              </a:cxn>
              <a:cxn ang="0">
                <a:pos x="csX4" y="csY4"/>
              </a:cxn>
            </a:cxnLst>
            <a:rect l="l" t="t" r="r" b="b"/>
            <a:pathLst>
              <a:path w="3702050" h="2466975">
                <a:moveTo>
                  <a:pt x="0" y="0"/>
                </a:moveTo>
                <a:lnTo>
                  <a:pt x="3702050" y="0"/>
                </a:lnTo>
                <a:lnTo>
                  <a:pt x="3702050" y="1640448"/>
                </a:lnTo>
                <a:lnTo>
                  <a:pt x="3144551"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13" name="Text Placeholder 12">
            <a:extLst>
              <a:ext uri="{FF2B5EF4-FFF2-40B4-BE49-F238E27FC236}">
                <a16:creationId xmlns:a16="http://schemas.microsoft.com/office/drawing/2014/main" id="{8E85EA67-5F2E-9A4C-0954-90C426357809}"/>
              </a:ext>
            </a:extLst>
          </p:cNvPr>
          <p:cNvSpPr>
            <a:spLocks noGrp="1"/>
          </p:cNvSpPr>
          <p:nvPr>
            <p:ph type="body" sz="quarter" idx="16"/>
          </p:nvPr>
        </p:nvSpPr>
        <p:spPr>
          <a:xfrm>
            <a:off x="4252912" y="4351338"/>
            <a:ext cx="3700800" cy="394494"/>
          </a:xfrm>
        </p:spPr>
        <p:txBody>
          <a:bodyPr/>
          <a:lstStyle>
            <a:lvl1pPr marL="0" indent="0">
              <a:spcBef>
                <a:spcPts val="0"/>
              </a:spcBef>
              <a:spcAft>
                <a:spcPts val="0"/>
              </a:spcAft>
              <a:buNone/>
              <a:defRPr sz="3200" b="1" spc="-70" baseline="0">
                <a:solidFill>
                  <a:schemeClr val="accent1"/>
                </a:solidFill>
              </a:defRPr>
            </a:lvl1pPr>
            <a:lvl2pPr>
              <a:buNone/>
              <a:defRPr/>
            </a:lvl2pPr>
          </a:lstStyle>
          <a:p>
            <a:pPr lvl="0"/>
            <a:r>
              <a:rPr lang="sv-SE" dirty="0"/>
              <a:t>Klicka här för att ändra format på bakgrundstexten</a:t>
            </a:r>
          </a:p>
        </p:txBody>
      </p:sp>
      <p:sp>
        <p:nvSpPr>
          <p:cNvPr id="15" name="Text Placeholder 12">
            <a:extLst>
              <a:ext uri="{FF2B5EF4-FFF2-40B4-BE49-F238E27FC236}">
                <a16:creationId xmlns:a16="http://schemas.microsoft.com/office/drawing/2014/main" id="{DC1E3594-7A5A-BFD6-A4B6-850D15E4D774}"/>
              </a:ext>
            </a:extLst>
          </p:cNvPr>
          <p:cNvSpPr>
            <a:spLocks noGrp="1"/>
          </p:cNvSpPr>
          <p:nvPr>
            <p:ph type="body" sz="quarter" idx="17"/>
          </p:nvPr>
        </p:nvSpPr>
        <p:spPr>
          <a:xfrm>
            <a:off x="377509" y="4351338"/>
            <a:ext cx="3700800" cy="394494"/>
          </a:xfrm>
        </p:spPr>
        <p:txBody>
          <a:bodyPr/>
          <a:lstStyle>
            <a:lvl1pPr marL="0" indent="0">
              <a:spcBef>
                <a:spcPts val="0"/>
              </a:spcBef>
              <a:spcAft>
                <a:spcPts val="0"/>
              </a:spcAft>
              <a:buNone/>
              <a:defRPr sz="3200" b="1" spc="-70" baseline="0">
                <a:solidFill>
                  <a:schemeClr val="accent1"/>
                </a:solidFill>
              </a:defRPr>
            </a:lvl1pPr>
            <a:lvl2pPr>
              <a:buNone/>
              <a:defRPr/>
            </a:lvl2pPr>
          </a:lstStyle>
          <a:p>
            <a:pPr lvl="0"/>
            <a:r>
              <a:rPr lang="sv-SE" dirty="0"/>
              <a:t>Klicka här för att ändra format på bakgrundstexten</a:t>
            </a:r>
          </a:p>
        </p:txBody>
      </p:sp>
      <p:sp>
        <p:nvSpPr>
          <p:cNvPr id="16" name="Text Placeholder 12">
            <a:extLst>
              <a:ext uri="{FF2B5EF4-FFF2-40B4-BE49-F238E27FC236}">
                <a16:creationId xmlns:a16="http://schemas.microsoft.com/office/drawing/2014/main" id="{0282ECC5-B572-AFDB-B712-182943383F9C}"/>
              </a:ext>
            </a:extLst>
          </p:cNvPr>
          <p:cNvSpPr>
            <a:spLocks noGrp="1"/>
          </p:cNvSpPr>
          <p:nvPr>
            <p:ph type="body" sz="quarter" idx="18"/>
          </p:nvPr>
        </p:nvSpPr>
        <p:spPr>
          <a:xfrm>
            <a:off x="8108949" y="4351338"/>
            <a:ext cx="3700800" cy="394494"/>
          </a:xfrm>
        </p:spPr>
        <p:txBody>
          <a:bodyPr/>
          <a:lstStyle>
            <a:lvl1pPr marL="0" indent="0">
              <a:spcBef>
                <a:spcPts val="0"/>
              </a:spcBef>
              <a:buNone/>
              <a:defRPr sz="3200" b="1" spc="-70" baseline="0">
                <a:solidFill>
                  <a:schemeClr val="accent1"/>
                </a:solidFill>
              </a:defRPr>
            </a:lvl1pPr>
            <a:lvl2pPr>
              <a:buNone/>
              <a:defRPr/>
            </a:lvl2pPr>
          </a:lstStyle>
          <a:p>
            <a:pPr lvl="0"/>
            <a:r>
              <a:rPr lang="sv-SE" dirty="0"/>
              <a:t>Klicka här för att ändra format på bakgrundstexten</a:t>
            </a:r>
          </a:p>
        </p:txBody>
      </p:sp>
      <p:sp>
        <p:nvSpPr>
          <p:cNvPr id="18" name="Text Placeholder 17">
            <a:extLst>
              <a:ext uri="{FF2B5EF4-FFF2-40B4-BE49-F238E27FC236}">
                <a16:creationId xmlns:a16="http://schemas.microsoft.com/office/drawing/2014/main" id="{A9493CF7-9A72-845C-A1D8-93C8D8C0796E}"/>
              </a:ext>
            </a:extLst>
          </p:cNvPr>
          <p:cNvSpPr>
            <a:spLocks noGrp="1"/>
          </p:cNvSpPr>
          <p:nvPr>
            <p:ph type="body" sz="quarter" idx="19"/>
          </p:nvPr>
        </p:nvSpPr>
        <p:spPr>
          <a:xfrm>
            <a:off x="377509" y="4820444"/>
            <a:ext cx="3700800" cy="1345405"/>
          </a:xfrm>
        </p:spPr>
        <p:txBody>
          <a:bodyPr/>
          <a:lstStyle>
            <a:lvl1pPr marL="0" indent="0">
              <a:spcBef>
                <a:spcPts val="0"/>
              </a:spcBef>
              <a:buNone/>
              <a:defRPr sz="1800" b="1">
                <a:solidFill>
                  <a:schemeClr val="tx1"/>
                </a:solidFill>
              </a:defRPr>
            </a:lvl1pPr>
            <a:lvl2pPr>
              <a:buNone/>
              <a:defRPr/>
            </a:lvl2pPr>
          </a:lstStyle>
          <a:p>
            <a:pPr lvl="0"/>
            <a:r>
              <a:rPr lang="sv-SE" dirty="0"/>
              <a:t>Klicka här för att ändra format på bakgrundstexten</a:t>
            </a:r>
          </a:p>
        </p:txBody>
      </p:sp>
      <p:sp>
        <p:nvSpPr>
          <p:cNvPr id="19" name="Text Placeholder 17">
            <a:extLst>
              <a:ext uri="{FF2B5EF4-FFF2-40B4-BE49-F238E27FC236}">
                <a16:creationId xmlns:a16="http://schemas.microsoft.com/office/drawing/2014/main" id="{D66DA491-118D-9DF3-8F67-418F00B92BE3}"/>
              </a:ext>
            </a:extLst>
          </p:cNvPr>
          <p:cNvSpPr>
            <a:spLocks noGrp="1"/>
          </p:cNvSpPr>
          <p:nvPr>
            <p:ph type="body" sz="quarter" idx="20"/>
          </p:nvPr>
        </p:nvSpPr>
        <p:spPr>
          <a:xfrm>
            <a:off x="4252912" y="4820444"/>
            <a:ext cx="3700800" cy="1345405"/>
          </a:xfrm>
        </p:spPr>
        <p:txBody>
          <a:bodyPr/>
          <a:lstStyle>
            <a:lvl1pPr marL="0" indent="0">
              <a:spcBef>
                <a:spcPts val="0"/>
              </a:spcBef>
              <a:buNone/>
              <a:defRPr sz="1800" b="1">
                <a:solidFill>
                  <a:schemeClr val="tx1"/>
                </a:solidFill>
              </a:defRPr>
            </a:lvl1pPr>
            <a:lvl2pPr>
              <a:buNone/>
              <a:defRPr/>
            </a:lvl2pPr>
          </a:lstStyle>
          <a:p>
            <a:pPr lvl="0"/>
            <a:r>
              <a:rPr lang="sv-SE" dirty="0"/>
              <a:t>Klicka här för att ändra format på bakgrundstexten</a:t>
            </a:r>
          </a:p>
        </p:txBody>
      </p:sp>
      <p:sp>
        <p:nvSpPr>
          <p:cNvPr id="20" name="Text Placeholder 17">
            <a:extLst>
              <a:ext uri="{FF2B5EF4-FFF2-40B4-BE49-F238E27FC236}">
                <a16:creationId xmlns:a16="http://schemas.microsoft.com/office/drawing/2014/main" id="{18DF9096-D212-E673-A232-90E64F689858}"/>
              </a:ext>
            </a:extLst>
          </p:cNvPr>
          <p:cNvSpPr>
            <a:spLocks noGrp="1"/>
          </p:cNvSpPr>
          <p:nvPr>
            <p:ph type="body" sz="quarter" idx="21"/>
          </p:nvPr>
        </p:nvSpPr>
        <p:spPr>
          <a:xfrm>
            <a:off x="8108949" y="4820444"/>
            <a:ext cx="3700800" cy="1345405"/>
          </a:xfrm>
        </p:spPr>
        <p:txBody>
          <a:bodyPr/>
          <a:lstStyle>
            <a:lvl1pPr marL="0" indent="0">
              <a:spcBef>
                <a:spcPts val="0"/>
              </a:spcBef>
              <a:buNone/>
              <a:defRPr sz="1800" b="1">
                <a:solidFill>
                  <a:schemeClr val="tx1"/>
                </a:solidFill>
              </a:defRPr>
            </a:lvl1pPr>
            <a:lvl2pPr>
              <a:buNone/>
              <a:defRPr/>
            </a:lvl2pPr>
          </a:lstStyle>
          <a:p>
            <a:pPr lvl="0"/>
            <a:r>
              <a:rPr lang="sv-SE" dirty="0"/>
              <a:t>Klicka här för att ändra format på bakgrundstexten</a:t>
            </a:r>
          </a:p>
        </p:txBody>
      </p:sp>
      <p:sp>
        <p:nvSpPr>
          <p:cNvPr id="12" name="Title 11">
            <a:extLst>
              <a:ext uri="{FF2B5EF4-FFF2-40B4-BE49-F238E27FC236}">
                <a16:creationId xmlns:a16="http://schemas.microsoft.com/office/drawing/2014/main" id="{AD21CF88-1CA2-8F48-5413-A674E5570A2F}"/>
              </a:ext>
            </a:extLst>
          </p:cNvPr>
          <p:cNvSpPr>
            <a:spLocks noGrp="1"/>
          </p:cNvSpPr>
          <p:nvPr>
            <p:ph type="title"/>
          </p:nvPr>
        </p:nvSpPr>
        <p:spPr/>
        <p:txBody>
          <a:bodyPr/>
          <a:lstStyle>
            <a:lvl1pPr>
              <a:defRPr>
                <a:solidFill>
                  <a:schemeClr val="accent1"/>
                </a:solidFill>
              </a:defRPr>
            </a:lvl1pPr>
          </a:lstStyle>
          <a:p>
            <a:r>
              <a:rPr lang="sv-SE" dirty="0"/>
              <a:t>Klicka här för att ändra mall för rubrikformat</a:t>
            </a:r>
            <a:endParaRPr lang="en-GB" dirty="0"/>
          </a:p>
        </p:txBody>
      </p:sp>
      <p:sp>
        <p:nvSpPr>
          <p:cNvPr id="28" name="Picture Placeholder 27">
            <a:extLst>
              <a:ext uri="{FF2B5EF4-FFF2-40B4-BE49-F238E27FC236}">
                <a16:creationId xmlns:a16="http://schemas.microsoft.com/office/drawing/2014/main" id="{A76A391E-F497-3DB5-C162-377EF67E5F8E}"/>
              </a:ext>
            </a:extLst>
          </p:cNvPr>
          <p:cNvSpPr>
            <a:spLocks noGrp="1"/>
          </p:cNvSpPr>
          <p:nvPr>
            <p:ph type="pic" sz="quarter" idx="22"/>
          </p:nvPr>
        </p:nvSpPr>
        <p:spPr>
          <a:xfrm>
            <a:off x="4252912" y="1809750"/>
            <a:ext cx="3702050" cy="2466975"/>
          </a:xfrm>
          <a:custGeom>
            <a:avLst/>
            <a:gdLst>
              <a:gd name="csX0" fmla="*/ 0 w 3702050"/>
              <a:gd name="csY0" fmla="*/ 0 h 2466975"/>
              <a:gd name="csX1" fmla="*/ 3702050 w 3702050"/>
              <a:gd name="csY1" fmla="*/ 0 h 2466975"/>
              <a:gd name="csX2" fmla="*/ 3702050 w 3702050"/>
              <a:gd name="csY2" fmla="*/ 1640448 h 2466975"/>
              <a:gd name="csX3" fmla="*/ 3144551 w 3702050"/>
              <a:gd name="csY3" fmla="*/ 2466975 h 2466975"/>
              <a:gd name="csX4" fmla="*/ 0 w 3702050"/>
              <a:gd name="csY4" fmla="*/ 2466975 h 2466975"/>
            </a:gdLst>
            <a:ahLst/>
            <a:cxnLst>
              <a:cxn ang="0">
                <a:pos x="csX0" y="csY0"/>
              </a:cxn>
              <a:cxn ang="0">
                <a:pos x="csX1" y="csY1"/>
              </a:cxn>
              <a:cxn ang="0">
                <a:pos x="csX2" y="csY2"/>
              </a:cxn>
              <a:cxn ang="0">
                <a:pos x="csX3" y="csY3"/>
              </a:cxn>
              <a:cxn ang="0">
                <a:pos x="csX4" y="csY4"/>
              </a:cxn>
            </a:cxnLst>
            <a:rect l="l" t="t" r="r" b="b"/>
            <a:pathLst>
              <a:path w="3702050" h="2466975">
                <a:moveTo>
                  <a:pt x="0" y="0"/>
                </a:moveTo>
                <a:lnTo>
                  <a:pt x="3702050" y="0"/>
                </a:lnTo>
                <a:lnTo>
                  <a:pt x="3702050" y="1640448"/>
                </a:lnTo>
                <a:lnTo>
                  <a:pt x="3144551"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29" name="Picture Placeholder 28">
            <a:extLst>
              <a:ext uri="{FF2B5EF4-FFF2-40B4-BE49-F238E27FC236}">
                <a16:creationId xmlns:a16="http://schemas.microsoft.com/office/drawing/2014/main" id="{AFC24A76-0BAE-2DDF-F5A8-3949B739F69E}"/>
              </a:ext>
            </a:extLst>
          </p:cNvPr>
          <p:cNvSpPr>
            <a:spLocks noGrp="1"/>
          </p:cNvSpPr>
          <p:nvPr>
            <p:ph type="pic" sz="quarter" idx="23"/>
          </p:nvPr>
        </p:nvSpPr>
        <p:spPr>
          <a:xfrm>
            <a:off x="8108950" y="1809750"/>
            <a:ext cx="3702050" cy="2466975"/>
          </a:xfrm>
          <a:custGeom>
            <a:avLst/>
            <a:gdLst>
              <a:gd name="csX0" fmla="*/ 0 w 3702050"/>
              <a:gd name="csY0" fmla="*/ 0 h 2466975"/>
              <a:gd name="csX1" fmla="*/ 3702050 w 3702050"/>
              <a:gd name="csY1" fmla="*/ 0 h 2466975"/>
              <a:gd name="csX2" fmla="*/ 3702050 w 3702050"/>
              <a:gd name="csY2" fmla="*/ 1640448 h 2466975"/>
              <a:gd name="csX3" fmla="*/ 3144551 w 3702050"/>
              <a:gd name="csY3" fmla="*/ 2466975 h 2466975"/>
              <a:gd name="csX4" fmla="*/ 0 w 3702050"/>
              <a:gd name="csY4" fmla="*/ 2466975 h 2466975"/>
            </a:gdLst>
            <a:ahLst/>
            <a:cxnLst>
              <a:cxn ang="0">
                <a:pos x="csX0" y="csY0"/>
              </a:cxn>
              <a:cxn ang="0">
                <a:pos x="csX1" y="csY1"/>
              </a:cxn>
              <a:cxn ang="0">
                <a:pos x="csX2" y="csY2"/>
              </a:cxn>
              <a:cxn ang="0">
                <a:pos x="csX3" y="csY3"/>
              </a:cxn>
              <a:cxn ang="0">
                <a:pos x="csX4" y="csY4"/>
              </a:cxn>
            </a:cxnLst>
            <a:rect l="l" t="t" r="r" b="b"/>
            <a:pathLst>
              <a:path w="3702050" h="2466975">
                <a:moveTo>
                  <a:pt x="0" y="0"/>
                </a:moveTo>
                <a:lnTo>
                  <a:pt x="3702050" y="0"/>
                </a:lnTo>
                <a:lnTo>
                  <a:pt x="3702050" y="1640448"/>
                </a:lnTo>
                <a:lnTo>
                  <a:pt x="3144551"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2" name="Date Placeholder 2">
            <a:extLst>
              <a:ext uri="{FF2B5EF4-FFF2-40B4-BE49-F238E27FC236}">
                <a16:creationId xmlns:a16="http://schemas.microsoft.com/office/drawing/2014/main" id="{35DF3B87-286A-2584-F5A1-0D13BA0B7A17}"/>
              </a:ext>
            </a:extLst>
          </p:cNvPr>
          <p:cNvSpPr>
            <a:spLocks noGrp="1"/>
          </p:cNvSpPr>
          <p:nvPr>
            <p:ph type="dt" sz="half" idx="10"/>
          </p:nvPr>
        </p:nvSpPr>
        <p:spPr>
          <a:xfrm>
            <a:off x="6149975" y="6496847"/>
            <a:ext cx="1773238" cy="107948"/>
          </a:xfrm>
          <a:prstGeom prst="rect">
            <a:avLst/>
          </a:prstGeom>
        </p:spPr>
        <p:txBody>
          <a:bodyPr/>
          <a:lstStyle>
            <a:lvl1pPr>
              <a:defRPr>
                <a:solidFill>
                  <a:schemeClr val="accent1"/>
                </a:solidFill>
              </a:defRPr>
            </a:lvl1pPr>
          </a:lstStyle>
          <a:p>
            <a:fld id="{938F5C43-22C5-40D2-BF36-FFF4E4DCCE5A}" type="datetime1">
              <a:rPr lang="sv-SE" smtClean="0"/>
              <a:t>2026-05-13</a:t>
            </a:fld>
            <a:endParaRPr lang="sv-SE" dirty="0"/>
          </a:p>
        </p:txBody>
      </p:sp>
      <p:sp>
        <p:nvSpPr>
          <p:cNvPr id="7" name="Footer Placeholder 3">
            <a:extLst>
              <a:ext uri="{FF2B5EF4-FFF2-40B4-BE49-F238E27FC236}">
                <a16:creationId xmlns:a16="http://schemas.microsoft.com/office/drawing/2014/main" id="{7FD17B2F-7DA0-FAF5-C84C-A97B49F9B9AD}"/>
              </a:ext>
            </a:extLst>
          </p:cNvPr>
          <p:cNvSpPr>
            <a:spLocks noGrp="1"/>
          </p:cNvSpPr>
          <p:nvPr>
            <p:ph type="ftr" sz="quarter" idx="11"/>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8" name="Slide Number Placeholder 4">
            <a:extLst>
              <a:ext uri="{FF2B5EF4-FFF2-40B4-BE49-F238E27FC236}">
                <a16:creationId xmlns:a16="http://schemas.microsoft.com/office/drawing/2014/main" id="{A74073A3-F2AD-6471-8F82-739A4B55D1F1}"/>
              </a:ext>
            </a:extLst>
          </p:cNvPr>
          <p:cNvSpPr>
            <a:spLocks noGrp="1"/>
          </p:cNvSpPr>
          <p:nvPr>
            <p:ph type="sldNum" sz="quarter" idx="12"/>
          </p:nvPr>
        </p:nvSpPr>
        <p:spPr>
          <a:xfrm>
            <a:off x="377509" y="6499228"/>
            <a:ext cx="571500" cy="109535"/>
          </a:xfrm>
          <a:prstGeom prst="rect">
            <a:avLst/>
          </a:prstGeom>
        </p:spPr>
        <p:txBody>
          <a:bodyPr/>
          <a:lstStyle>
            <a:lvl1pPr>
              <a:defRPr>
                <a:solidFill>
                  <a:schemeClr val="accent1"/>
                </a:solidFill>
              </a:defRPr>
            </a:lvl1pPr>
          </a:lstStyle>
          <a:p>
            <a:fld id="{AE086683-F536-42AB-ABBC-F4803DFE8DBC}" type="slidenum">
              <a:rPr lang="sv-SE" smtClean="0"/>
              <a:pPr/>
              <a:t>‹#›</a:t>
            </a:fld>
            <a:endParaRPr lang="sv-SE" dirty="0"/>
          </a:p>
        </p:txBody>
      </p:sp>
      <p:pic>
        <p:nvPicPr>
          <p:cNvPr id="3" name="Bild 2">
            <a:extLst>
              <a:ext uri="{FF2B5EF4-FFF2-40B4-BE49-F238E27FC236}">
                <a16:creationId xmlns:a16="http://schemas.microsoft.com/office/drawing/2014/main" id="{941C2E10-AFB0-8885-E44D-6FC6B0D9A58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324850901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re bilder med stor text, vi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550F60C-9313-8963-7140-88949CD21013}"/>
              </a:ext>
            </a:extLst>
          </p:cNvPr>
          <p:cNvSpPr>
            <a:spLocks noGrp="1"/>
          </p:cNvSpPr>
          <p:nvPr>
            <p:ph type="dt" sz="half" idx="10"/>
          </p:nvPr>
        </p:nvSpPr>
        <p:spPr>
          <a:xfrm>
            <a:off x="6149975" y="6496847"/>
            <a:ext cx="1773238" cy="107948"/>
          </a:xfrm>
          <a:prstGeom prst="rect">
            <a:avLst/>
          </a:prstGeom>
        </p:spPr>
        <p:txBody>
          <a:bodyPr/>
          <a:lstStyle>
            <a:lvl1pPr>
              <a:defRPr>
                <a:solidFill>
                  <a:schemeClr val="accent1"/>
                </a:solidFill>
              </a:defRPr>
            </a:lvl1pPr>
          </a:lstStyle>
          <a:p>
            <a:fld id="{938F5C43-22C5-40D2-BF36-FFF4E4DCCE5A}" type="datetime1">
              <a:rPr lang="sv-SE" smtClean="0"/>
              <a:t>2026-05-13</a:t>
            </a:fld>
            <a:endParaRPr lang="sv-SE" dirty="0"/>
          </a:p>
        </p:txBody>
      </p:sp>
      <p:sp>
        <p:nvSpPr>
          <p:cNvPr id="4" name="Footer Placeholder 3">
            <a:extLst>
              <a:ext uri="{FF2B5EF4-FFF2-40B4-BE49-F238E27FC236}">
                <a16:creationId xmlns:a16="http://schemas.microsoft.com/office/drawing/2014/main" id="{9DF333A3-321A-1C0F-814C-0FA197E5055B}"/>
              </a:ext>
            </a:extLst>
          </p:cNvPr>
          <p:cNvSpPr>
            <a:spLocks noGrp="1"/>
          </p:cNvSpPr>
          <p:nvPr>
            <p:ph type="ftr" sz="quarter" idx="11"/>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5" name="Slide Number Placeholder 4">
            <a:extLst>
              <a:ext uri="{FF2B5EF4-FFF2-40B4-BE49-F238E27FC236}">
                <a16:creationId xmlns:a16="http://schemas.microsoft.com/office/drawing/2014/main" id="{8A03DA71-FCBA-29C7-35D5-2CA4BB76D7A0}"/>
              </a:ext>
            </a:extLst>
          </p:cNvPr>
          <p:cNvSpPr>
            <a:spLocks noGrp="1"/>
          </p:cNvSpPr>
          <p:nvPr>
            <p:ph type="sldNum" sz="quarter" idx="12"/>
          </p:nvPr>
        </p:nvSpPr>
        <p:spPr>
          <a:xfrm>
            <a:off x="377509" y="6499228"/>
            <a:ext cx="571500" cy="109535"/>
          </a:xfrm>
          <a:prstGeom prst="rect">
            <a:avLst/>
          </a:prstGeom>
        </p:spPr>
        <p:txBody>
          <a:bodyPr/>
          <a:lstStyle>
            <a:lvl1pPr>
              <a:defRPr>
                <a:solidFill>
                  <a:schemeClr val="accent1"/>
                </a:solidFill>
              </a:defRPr>
            </a:lvl1pPr>
          </a:lstStyle>
          <a:p>
            <a:fld id="{AE086683-F536-42AB-ABBC-F4803DFE8DBC}" type="slidenum">
              <a:rPr lang="sv-SE" smtClean="0"/>
              <a:pPr/>
              <a:t>‹#›</a:t>
            </a:fld>
            <a:endParaRPr lang="sv-SE" dirty="0"/>
          </a:p>
        </p:txBody>
      </p:sp>
      <p:sp>
        <p:nvSpPr>
          <p:cNvPr id="27" name="Picture Placeholder 26">
            <a:extLst>
              <a:ext uri="{FF2B5EF4-FFF2-40B4-BE49-F238E27FC236}">
                <a16:creationId xmlns:a16="http://schemas.microsoft.com/office/drawing/2014/main" id="{28CE16AA-269B-9031-EC27-688A3D157F8F}"/>
              </a:ext>
            </a:extLst>
          </p:cNvPr>
          <p:cNvSpPr>
            <a:spLocks noGrp="1"/>
          </p:cNvSpPr>
          <p:nvPr>
            <p:ph type="pic" sz="quarter" idx="13"/>
          </p:nvPr>
        </p:nvSpPr>
        <p:spPr>
          <a:xfrm>
            <a:off x="377509" y="1809750"/>
            <a:ext cx="3702050" cy="2466975"/>
          </a:xfrm>
          <a:custGeom>
            <a:avLst/>
            <a:gdLst>
              <a:gd name="csX0" fmla="*/ 0 w 3702050"/>
              <a:gd name="csY0" fmla="*/ 0 h 2466975"/>
              <a:gd name="csX1" fmla="*/ 3702050 w 3702050"/>
              <a:gd name="csY1" fmla="*/ 0 h 2466975"/>
              <a:gd name="csX2" fmla="*/ 3702050 w 3702050"/>
              <a:gd name="csY2" fmla="*/ 1640448 h 2466975"/>
              <a:gd name="csX3" fmla="*/ 3144551 w 3702050"/>
              <a:gd name="csY3" fmla="*/ 2466975 h 2466975"/>
              <a:gd name="csX4" fmla="*/ 0 w 3702050"/>
              <a:gd name="csY4" fmla="*/ 2466975 h 2466975"/>
            </a:gdLst>
            <a:ahLst/>
            <a:cxnLst>
              <a:cxn ang="0">
                <a:pos x="csX0" y="csY0"/>
              </a:cxn>
              <a:cxn ang="0">
                <a:pos x="csX1" y="csY1"/>
              </a:cxn>
              <a:cxn ang="0">
                <a:pos x="csX2" y="csY2"/>
              </a:cxn>
              <a:cxn ang="0">
                <a:pos x="csX3" y="csY3"/>
              </a:cxn>
              <a:cxn ang="0">
                <a:pos x="csX4" y="csY4"/>
              </a:cxn>
            </a:cxnLst>
            <a:rect l="l" t="t" r="r" b="b"/>
            <a:pathLst>
              <a:path w="3702050" h="2466975">
                <a:moveTo>
                  <a:pt x="0" y="0"/>
                </a:moveTo>
                <a:lnTo>
                  <a:pt x="3702050" y="0"/>
                </a:lnTo>
                <a:lnTo>
                  <a:pt x="3702050" y="1640448"/>
                </a:lnTo>
                <a:lnTo>
                  <a:pt x="3144551"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13" name="Text Placeholder 12">
            <a:extLst>
              <a:ext uri="{FF2B5EF4-FFF2-40B4-BE49-F238E27FC236}">
                <a16:creationId xmlns:a16="http://schemas.microsoft.com/office/drawing/2014/main" id="{8E85EA67-5F2E-9A4C-0954-90C426357809}"/>
              </a:ext>
            </a:extLst>
          </p:cNvPr>
          <p:cNvSpPr>
            <a:spLocks noGrp="1"/>
          </p:cNvSpPr>
          <p:nvPr>
            <p:ph type="body" sz="quarter" idx="16" hasCustomPrompt="1"/>
          </p:nvPr>
        </p:nvSpPr>
        <p:spPr>
          <a:xfrm>
            <a:off x="4252912" y="4291013"/>
            <a:ext cx="3700800" cy="783907"/>
          </a:xfrm>
          <a:prstGeom prst="rect">
            <a:avLst/>
          </a:prstGeom>
        </p:spPr>
        <p:txBody>
          <a:bodyPr/>
          <a:lstStyle>
            <a:lvl1pPr marL="0" indent="0">
              <a:spcBef>
                <a:spcPts val="0"/>
              </a:spcBef>
              <a:spcAft>
                <a:spcPts val="0"/>
              </a:spcAft>
              <a:buNone/>
              <a:defRPr sz="6400" b="1" spc="-70" baseline="0">
                <a:solidFill>
                  <a:schemeClr val="accent1"/>
                </a:solidFill>
              </a:defRPr>
            </a:lvl1pPr>
            <a:lvl2pPr>
              <a:buNone/>
              <a:defRPr/>
            </a:lvl2pPr>
          </a:lstStyle>
          <a:p>
            <a:pPr lvl="0"/>
            <a:r>
              <a:rPr lang="sv-SE" dirty="0"/>
              <a:t>Text</a:t>
            </a:r>
          </a:p>
        </p:txBody>
      </p:sp>
      <p:sp>
        <p:nvSpPr>
          <p:cNvPr id="15" name="Text Placeholder 12">
            <a:extLst>
              <a:ext uri="{FF2B5EF4-FFF2-40B4-BE49-F238E27FC236}">
                <a16:creationId xmlns:a16="http://schemas.microsoft.com/office/drawing/2014/main" id="{DC1E3594-7A5A-BFD6-A4B6-850D15E4D774}"/>
              </a:ext>
            </a:extLst>
          </p:cNvPr>
          <p:cNvSpPr>
            <a:spLocks noGrp="1"/>
          </p:cNvSpPr>
          <p:nvPr>
            <p:ph type="body" sz="quarter" idx="17" hasCustomPrompt="1"/>
          </p:nvPr>
        </p:nvSpPr>
        <p:spPr>
          <a:xfrm>
            <a:off x="377509" y="4291012"/>
            <a:ext cx="3700800" cy="783907"/>
          </a:xfrm>
          <a:prstGeom prst="rect">
            <a:avLst/>
          </a:prstGeom>
        </p:spPr>
        <p:txBody>
          <a:bodyPr/>
          <a:lstStyle>
            <a:lvl1pPr marL="0" indent="0">
              <a:spcBef>
                <a:spcPts val="0"/>
              </a:spcBef>
              <a:spcAft>
                <a:spcPts val="0"/>
              </a:spcAft>
              <a:buNone/>
              <a:defRPr sz="6400" b="1" spc="-70" baseline="0">
                <a:solidFill>
                  <a:schemeClr val="accent1"/>
                </a:solidFill>
              </a:defRPr>
            </a:lvl1pPr>
            <a:lvl2pPr>
              <a:buNone/>
              <a:defRPr/>
            </a:lvl2pPr>
          </a:lstStyle>
          <a:p>
            <a:pPr lvl="0"/>
            <a:r>
              <a:rPr lang="sv-SE" dirty="0"/>
              <a:t>Text</a:t>
            </a:r>
          </a:p>
        </p:txBody>
      </p:sp>
      <p:sp>
        <p:nvSpPr>
          <p:cNvPr id="16" name="Text Placeholder 12">
            <a:extLst>
              <a:ext uri="{FF2B5EF4-FFF2-40B4-BE49-F238E27FC236}">
                <a16:creationId xmlns:a16="http://schemas.microsoft.com/office/drawing/2014/main" id="{0282ECC5-B572-AFDB-B712-182943383F9C}"/>
              </a:ext>
            </a:extLst>
          </p:cNvPr>
          <p:cNvSpPr>
            <a:spLocks noGrp="1"/>
          </p:cNvSpPr>
          <p:nvPr>
            <p:ph type="body" sz="quarter" idx="18" hasCustomPrompt="1"/>
          </p:nvPr>
        </p:nvSpPr>
        <p:spPr>
          <a:xfrm>
            <a:off x="8108949" y="4291013"/>
            <a:ext cx="3700800" cy="783907"/>
          </a:xfrm>
          <a:prstGeom prst="rect">
            <a:avLst/>
          </a:prstGeom>
        </p:spPr>
        <p:txBody>
          <a:bodyPr/>
          <a:lstStyle>
            <a:lvl1pPr marL="0" indent="0">
              <a:spcBef>
                <a:spcPts val="0"/>
              </a:spcBef>
              <a:buNone/>
              <a:defRPr sz="6400" b="1" spc="-70" baseline="0">
                <a:solidFill>
                  <a:schemeClr val="accent1"/>
                </a:solidFill>
              </a:defRPr>
            </a:lvl1pPr>
            <a:lvl2pPr>
              <a:buNone/>
              <a:defRPr/>
            </a:lvl2pPr>
          </a:lstStyle>
          <a:p>
            <a:pPr lvl="0"/>
            <a:r>
              <a:rPr lang="sv-SE" dirty="0"/>
              <a:t>Text</a:t>
            </a:r>
          </a:p>
        </p:txBody>
      </p:sp>
      <p:sp>
        <p:nvSpPr>
          <p:cNvPr id="18" name="Text Placeholder 17">
            <a:extLst>
              <a:ext uri="{FF2B5EF4-FFF2-40B4-BE49-F238E27FC236}">
                <a16:creationId xmlns:a16="http://schemas.microsoft.com/office/drawing/2014/main" id="{A9493CF7-9A72-845C-A1D8-93C8D8C0796E}"/>
              </a:ext>
            </a:extLst>
          </p:cNvPr>
          <p:cNvSpPr>
            <a:spLocks noGrp="1"/>
          </p:cNvSpPr>
          <p:nvPr>
            <p:ph type="body" sz="quarter" idx="19"/>
          </p:nvPr>
        </p:nvSpPr>
        <p:spPr>
          <a:xfrm>
            <a:off x="377509" y="5196840"/>
            <a:ext cx="3700800" cy="969010"/>
          </a:xfrm>
          <a:prstGeom prst="rect">
            <a:avLst/>
          </a:prstGeom>
        </p:spPr>
        <p:txBody>
          <a:bodyPr/>
          <a:lstStyle>
            <a:lvl1pPr marL="0" indent="0">
              <a:spcBef>
                <a:spcPts val="0"/>
              </a:spcBef>
              <a:buNone/>
              <a:defRPr sz="2400" b="1" spc="-70" baseline="0">
                <a:solidFill>
                  <a:schemeClr val="tx1"/>
                </a:solidFill>
              </a:defRPr>
            </a:lvl1pPr>
            <a:lvl2pPr>
              <a:buNone/>
              <a:defRPr/>
            </a:lvl2pPr>
          </a:lstStyle>
          <a:p>
            <a:pPr lvl="0"/>
            <a:r>
              <a:rPr lang="sv-SE"/>
              <a:t>Klicka här för att ändra format på bakgrundstexten</a:t>
            </a:r>
          </a:p>
        </p:txBody>
      </p:sp>
      <p:sp>
        <p:nvSpPr>
          <p:cNvPr id="19" name="Text Placeholder 17">
            <a:extLst>
              <a:ext uri="{FF2B5EF4-FFF2-40B4-BE49-F238E27FC236}">
                <a16:creationId xmlns:a16="http://schemas.microsoft.com/office/drawing/2014/main" id="{D66DA491-118D-9DF3-8F67-418F00B92BE3}"/>
              </a:ext>
            </a:extLst>
          </p:cNvPr>
          <p:cNvSpPr>
            <a:spLocks noGrp="1"/>
          </p:cNvSpPr>
          <p:nvPr>
            <p:ph type="body" sz="quarter" idx="20"/>
          </p:nvPr>
        </p:nvSpPr>
        <p:spPr>
          <a:xfrm>
            <a:off x="4252912" y="5196840"/>
            <a:ext cx="3700800" cy="969010"/>
          </a:xfrm>
          <a:prstGeom prst="rect">
            <a:avLst/>
          </a:prstGeom>
        </p:spPr>
        <p:txBody>
          <a:bodyPr/>
          <a:lstStyle>
            <a:lvl1pPr marL="0" indent="0">
              <a:spcBef>
                <a:spcPts val="0"/>
              </a:spcBef>
              <a:buNone/>
              <a:defRPr sz="2400" b="1" spc="-70" baseline="0">
                <a:solidFill>
                  <a:schemeClr val="tx1"/>
                </a:solidFill>
              </a:defRPr>
            </a:lvl1pPr>
            <a:lvl2pPr>
              <a:buNone/>
              <a:defRPr/>
            </a:lvl2pPr>
          </a:lstStyle>
          <a:p>
            <a:pPr lvl="0"/>
            <a:r>
              <a:rPr lang="sv-SE"/>
              <a:t>Klicka här för att ändra format på bakgrundstexten</a:t>
            </a:r>
          </a:p>
        </p:txBody>
      </p:sp>
      <p:sp>
        <p:nvSpPr>
          <p:cNvPr id="20" name="Text Placeholder 17">
            <a:extLst>
              <a:ext uri="{FF2B5EF4-FFF2-40B4-BE49-F238E27FC236}">
                <a16:creationId xmlns:a16="http://schemas.microsoft.com/office/drawing/2014/main" id="{18DF9096-D212-E673-A232-90E64F689858}"/>
              </a:ext>
            </a:extLst>
          </p:cNvPr>
          <p:cNvSpPr>
            <a:spLocks noGrp="1"/>
          </p:cNvSpPr>
          <p:nvPr>
            <p:ph type="body" sz="quarter" idx="21"/>
          </p:nvPr>
        </p:nvSpPr>
        <p:spPr>
          <a:xfrm>
            <a:off x="8108949" y="5196840"/>
            <a:ext cx="3700800" cy="969010"/>
          </a:xfrm>
          <a:prstGeom prst="rect">
            <a:avLst/>
          </a:prstGeom>
        </p:spPr>
        <p:txBody>
          <a:bodyPr/>
          <a:lstStyle>
            <a:lvl1pPr marL="0" indent="0">
              <a:spcBef>
                <a:spcPts val="0"/>
              </a:spcBef>
              <a:buNone/>
              <a:defRPr sz="2400" b="1" spc="-70" baseline="0">
                <a:solidFill>
                  <a:schemeClr val="tx1"/>
                </a:solidFill>
              </a:defRPr>
            </a:lvl1pPr>
            <a:lvl2pPr>
              <a:buNone/>
              <a:defRPr/>
            </a:lvl2pPr>
          </a:lstStyle>
          <a:p>
            <a:pPr lvl="0"/>
            <a:r>
              <a:rPr lang="sv-SE"/>
              <a:t>Klicka här för att ändra format på bakgrundstexten</a:t>
            </a:r>
          </a:p>
        </p:txBody>
      </p:sp>
      <p:sp>
        <p:nvSpPr>
          <p:cNvPr id="12" name="Title 11">
            <a:extLst>
              <a:ext uri="{FF2B5EF4-FFF2-40B4-BE49-F238E27FC236}">
                <a16:creationId xmlns:a16="http://schemas.microsoft.com/office/drawing/2014/main" id="{AD21CF88-1CA2-8F48-5413-A674E5570A2F}"/>
              </a:ext>
            </a:extLst>
          </p:cNvPr>
          <p:cNvSpPr>
            <a:spLocks noGrp="1"/>
          </p:cNvSpPr>
          <p:nvPr>
            <p:ph type="title"/>
          </p:nvPr>
        </p:nvSpPr>
        <p:spPr>
          <a:xfrm>
            <a:off x="377509" y="339725"/>
            <a:ext cx="10152854" cy="1159676"/>
          </a:xfrm>
          <a:prstGeom prst="rect">
            <a:avLst/>
          </a:prstGeom>
        </p:spPr>
        <p:txBody>
          <a:bodyPr/>
          <a:lstStyle>
            <a:lvl1pPr>
              <a:defRPr>
                <a:solidFill>
                  <a:schemeClr val="accent1"/>
                </a:solidFill>
              </a:defRPr>
            </a:lvl1pPr>
          </a:lstStyle>
          <a:p>
            <a:r>
              <a:rPr lang="sv-SE"/>
              <a:t>Klicka här för att ändra mall för rubrikformat</a:t>
            </a:r>
            <a:endParaRPr lang="sv-SE" dirty="0"/>
          </a:p>
        </p:txBody>
      </p:sp>
      <p:sp>
        <p:nvSpPr>
          <p:cNvPr id="28" name="Picture Placeholder 27">
            <a:extLst>
              <a:ext uri="{FF2B5EF4-FFF2-40B4-BE49-F238E27FC236}">
                <a16:creationId xmlns:a16="http://schemas.microsoft.com/office/drawing/2014/main" id="{A76A391E-F497-3DB5-C162-377EF67E5F8E}"/>
              </a:ext>
            </a:extLst>
          </p:cNvPr>
          <p:cNvSpPr>
            <a:spLocks noGrp="1"/>
          </p:cNvSpPr>
          <p:nvPr>
            <p:ph type="pic" sz="quarter" idx="22"/>
          </p:nvPr>
        </p:nvSpPr>
        <p:spPr>
          <a:xfrm>
            <a:off x="4252912" y="1809750"/>
            <a:ext cx="3702050" cy="2466975"/>
          </a:xfrm>
          <a:custGeom>
            <a:avLst/>
            <a:gdLst>
              <a:gd name="csX0" fmla="*/ 0 w 3702050"/>
              <a:gd name="csY0" fmla="*/ 0 h 2466975"/>
              <a:gd name="csX1" fmla="*/ 3702050 w 3702050"/>
              <a:gd name="csY1" fmla="*/ 0 h 2466975"/>
              <a:gd name="csX2" fmla="*/ 3702050 w 3702050"/>
              <a:gd name="csY2" fmla="*/ 1640448 h 2466975"/>
              <a:gd name="csX3" fmla="*/ 3144551 w 3702050"/>
              <a:gd name="csY3" fmla="*/ 2466975 h 2466975"/>
              <a:gd name="csX4" fmla="*/ 0 w 3702050"/>
              <a:gd name="csY4" fmla="*/ 2466975 h 2466975"/>
            </a:gdLst>
            <a:ahLst/>
            <a:cxnLst>
              <a:cxn ang="0">
                <a:pos x="csX0" y="csY0"/>
              </a:cxn>
              <a:cxn ang="0">
                <a:pos x="csX1" y="csY1"/>
              </a:cxn>
              <a:cxn ang="0">
                <a:pos x="csX2" y="csY2"/>
              </a:cxn>
              <a:cxn ang="0">
                <a:pos x="csX3" y="csY3"/>
              </a:cxn>
              <a:cxn ang="0">
                <a:pos x="csX4" y="csY4"/>
              </a:cxn>
            </a:cxnLst>
            <a:rect l="l" t="t" r="r" b="b"/>
            <a:pathLst>
              <a:path w="3702050" h="2466975">
                <a:moveTo>
                  <a:pt x="0" y="0"/>
                </a:moveTo>
                <a:lnTo>
                  <a:pt x="3702050" y="0"/>
                </a:lnTo>
                <a:lnTo>
                  <a:pt x="3702050" y="1640448"/>
                </a:lnTo>
                <a:lnTo>
                  <a:pt x="3144551"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29" name="Picture Placeholder 28">
            <a:extLst>
              <a:ext uri="{FF2B5EF4-FFF2-40B4-BE49-F238E27FC236}">
                <a16:creationId xmlns:a16="http://schemas.microsoft.com/office/drawing/2014/main" id="{AFC24A76-0BAE-2DDF-F5A8-3949B739F69E}"/>
              </a:ext>
            </a:extLst>
          </p:cNvPr>
          <p:cNvSpPr>
            <a:spLocks noGrp="1"/>
          </p:cNvSpPr>
          <p:nvPr>
            <p:ph type="pic" sz="quarter" idx="23"/>
          </p:nvPr>
        </p:nvSpPr>
        <p:spPr>
          <a:xfrm>
            <a:off x="8108950" y="1809750"/>
            <a:ext cx="3702050" cy="2466975"/>
          </a:xfrm>
          <a:custGeom>
            <a:avLst/>
            <a:gdLst>
              <a:gd name="csX0" fmla="*/ 0 w 3702050"/>
              <a:gd name="csY0" fmla="*/ 0 h 2466975"/>
              <a:gd name="csX1" fmla="*/ 3702050 w 3702050"/>
              <a:gd name="csY1" fmla="*/ 0 h 2466975"/>
              <a:gd name="csX2" fmla="*/ 3702050 w 3702050"/>
              <a:gd name="csY2" fmla="*/ 1640448 h 2466975"/>
              <a:gd name="csX3" fmla="*/ 3144551 w 3702050"/>
              <a:gd name="csY3" fmla="*/ 2466975 h 2466975"/>
              <a:gd name="csX4" fmla="*/ 0 w 3702050"/>
              <a:gd name="csY4" fmla="*/ 2466975 h 2466975"/>
            </a:gdLst>
            <a:ahLst/>
            <a:cxnLst>
              <a:cxn ang="0">
                <a:pos x="csX0" y="csY0"/>
              </a:cxn>
              <a:cxn ang="0">
                <a:pos x="csX1" y="csY1"/>
              </a:cxn>
              <a:cxn ang="0">
                <a:pos x="csX2" y="csY2"/>
              </a:cxn>
              <a:cxn ang="0">
                <a:pos x="csX3" y="csY3"/>
              </a:cxn>
              <a:cxn ang="0">
                <a:pos x="csX4" y="csY4"/>
              </a:cxn>
            </a:cxnLst>
            <a:rect l="l" t="t" r="r" b="b"/>
            <a:pathLst>
              <a:path w="3702050" h="2466975">
                <a:moveTo>
                  <a:pt x="0" y="0"/>
                </a:moveTo>
                <a:lnTo>
                  <a:pt x="3702050" y="0"/>
                </a:lnTo>
                <a:lnTo>
                  <a:pt x="3702050" y="1640448"/>
                </a:lnTo>
                <a:lnTo>
                  <a:pt x="3144551"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pic>
        <p:nvPicPr>
          <p:cNvPr id="2" name="Bild 1">
            <a:extLst>
              <a:ext uri="{FF2B5EF4-FFF2-40B4-BE49-F238E27FC236}">
                <a16:creationId xmlns:a16="http://schemas.microsoft.com/office/drawing/2014/main" id="{5A01CFC8-CF9B-AFCB-995D-1492466AC18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195542672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x bilder med text">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DF333A3-321A-1C0F-814C-0FA197E5055B}"/>
              </a:ext>
            </a:extLst>
          </p:cNvPr>
          <p:cNvSpPr>
            <a:spLocks noGrp="1"/>
          </p:cNvSpPr>
          <p:nvPr>
            <p:ph type="ftr" sz="quarter" idx="11"/>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5" name="Slide Number Placeholder 4">
            <a:extLst>
              <a:ext uri="{FF2B5EF4-FFF2-40B4-BE49-F238E27FC236}">
                <a16:creationId xmlns:a16="http://schemas.microsoft.com/office/drawing/2014/main" id="{8A03DA71-FCBA-29C7-35D5-2CA4BB76D7A0}"/>
              </a:ext>
            </a:extLst>
          </p:cNvPr>
          <p:cNvSpPr>
            <a:spLocks noGrp="1"/>
          </p:cNvSpPr>
          <p:nvPr>
            <p:ph type="sldNum" sz="quarter" idx="12"/>
          </p:nvPr>
        </p:nvSpPr>
        <p:spPr>
          <a:xfrm>
            <a:off x="377509" y="6499228"/>
            <a:ext cx="571500" cy="109535"/>
          </a:xfrm>
          <a:prstGeom prst="rect">
            <a:avLst/>
          </a:prstGeom>
        </p:spPr>
        <p:txBody>
          <a:bodyPr/>
          <a:lstStyle>
            <a:lvl1pPr>
              <a:defRPr>
                <a:solidFill>
                  <a:schemeClr val="accent1"/>
                </a:solidFill>
              </a:defRPr>
            </a:lvl1pPr>
          </a:lstStyle>
          <a:p>
            <a:fld id="{AE086683-F536-42AB-ABBC-F4803DFE8DBC}" type="slidenum">
              <a:rPr lang="sv-SE" smtClean="0"/>
              <a:pPr/>
              <a:t>‹#›</a:t>
            </a:fld>
            <a:endParaRPr lang="sv-SE" dirty="0"/>
          </a:p>
        </p:txBody>
      </p:sp>
      <p:sp>
        <p:nvSpPr>
          <p:cNvPr id="8" name="Picture Placeholder 7">
            <a:extLst>
              <a:ext uri="{FF2B5EF4-FFF2-40B4-BE49-F238E27FC236}">
                <a16:creationId xmlns:a16="http://schemas.microsoft.com/office/drawing/2014/main" id="{D982814A-AA7C-F7BB-E90F-51DA537451EC}"/>
              </a:ext>
            </a:extLst>
          </p:cNvPr>
          <p:cNvSpPr>
            <a:spLocks noGrp="1"/>
          </p:cNvSpPr>
          <p:nvPr>
            <p:ph type="pic" sz="quarter" idx="13"/>
          </p:nvPr>
        </p:nvSpPr>
        <p:spPr>
          <a:xfrm>
            <a:off x="371475" y="1809750"/>
            <a:ext cx="1803084" cy="2466975"/>
          </a:xfrm>
          <a:custGeom>
            <a:avLst/>
            <a:gdLst>
              <a:gd name="csX0" fmla="*/ 0 w 1803084"/>
              <a:gd name="csY0" fmla="*/ 0 h 2466975"/>
              <a:gd name="csX1" fmla="*/ 1803084 w 1803084"/>
              <a:gd name="csY1" fmla="*/ 0 h 2466975"/>
              <a:gd name="csX2" fmla="*/ 1803084 w 1803084"/>
              <a:gd name="csY2" fmla="*/ 1640448 h 2466975"/>
              <a:gd name="csX3" fmla="*/ 1245585 w 1803084"/>
              <a:gd name="csY3" fmla="*/ 2466975 h 2466975"/>
              <a:gd name="csX4" fmla="*/ 0 w 1803084"/>
              <a:gd name="csY4" fmla="*/ 2466975 h 2466975"/>
            </a:gdLst>
            <a:ahLst/>
            <a:cxnLst>
              <a:cxn ang="0">
                <a:pos x="csX0" y="csY0"/>
              </a:cxn>
              <a:cxn ang="0">
                <a:pos x="csX1" y="csY1"/>
              </a:cxn>
              <a:cxn ang="0">
                <a:pos x="csX2" y="csY2"/>
              </a:cxn>
              <a:cxn ang="0">
                <a:pos x="csX3" y="csY3"/>
              </a:cxn>
              <a:cxn ang="0">
                <a:pos x="csX4" y="csY4"/>
              </a:cxn>
            </a:cxnLst>
            <a:rect l="l" t="t" r="r" b="b"/>
            <a:pathLst>
              <a:path w="1803084" h="2466975">
                <a:moveTo>
                  <a:pt x="0" y="0"/>
                </a:moveTo>
                <a:lnTo>
                  <a:pt x="1803084" y="0"/>
                </a:lnTo>
                <a:lnTo>
                  <a:pt x="1803084" y="1640448"/>
                </a:lnTo>
                <a:lnTo>
                  <a:pt x="1245585"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15" name="Text Placeholder 12">
            <a:extLst>
              <a:ext uri="{FF2B5EF4-FFF2-40B4-BE49-F238E27FC236}">
                <a16:creationId xmlns:a16="http://schemas.microsoft.com/office/drawing/2014/main" id="{DC1E3594-7A5A-BFD6-A4B6-850D15E4D774}"/>
              </a:ext>
            </a:extLst>
          </p:cNvPr>
          <p:cNvSpPr>
            <a:spLocks noGrp="1"/>
          </p:cNvSpPr>
          <p:nvPr>
            <p:ph type="body" sz="quarter" idx="17" hasCustomPrompt="1"/>
          </p:nvPr>
        </p:nvSpPr>
        <p:spPr>
          <a:xfrm>
            <a:off x="377508" y="4327276"/>
            <a:ext cx="1803600" cy="589630"/>
          </a:xfrm>
          <a:prstGeom prst="rect">
            <a:avLst/>
          </a:prstGeom>
        </p:spPr>
        <p:txBody>
          <a:bodyPr/>
          <a:lstStyle>
            <a:lvl1pPr marL="0" indent="0">
              <a:spcBef>
                <a:spcPts val="0"/>
              </a:spcBef>
              <a:spcAft>
                <a:spcPts val="0"/>
              </a:spcAft>
              <a:buNone/>
              <a:defRPr sz="4800" b="1" spc="-70" baseline="0">
                <a:solidFill>
                  <a:schemeClr val="accent1"/>
                </a:solidFill>
              </a:defRPr>
            </a:lvl1pPr>
            <a:lvl2pPr>
              <a:buNone/>
              <a:defRPr/>
            </a:lvl2pPr>
          </a:lstStyle>
          <a:p>
            <a:pPr lvl="0"/>
            <a:r>
              <a:rPr lang="sv-SE"/>
              <a:t>Text</a:t>
            </a:r>
            <a:endParaRPr lang="sv-SE" dirty="0"/>
          </a:p>
        </p:txBody>
      </p:sp>
      <p:sp>
        <p:nvSpPr>
          <p:cNvPr id="18" name="Text Placeholder 17">
            <a:extLst>
              <a:ext uri="{FF2B5EF4-FFF2-40B4-BE49-F238E27FC236}">
                <a16:creationId xmlns:a16="http://schemas.microsoft.com/office/drawing/2014/main" id="{A9493CF7-9A72-845C-A1D8-93C8D8C0796E}"/>
              </a:ext>
            </a:extLst>
          </p:cNvPr>
          <p:cNvSpPr>
            <a:spLocks noGrp="1"/>
          </p:cNvSpPr>
          <p:nvPr>
            <p:ph type="body" sz="quarter" idx="19"/>
          </p:nvPr>
        </p:nvSpPr>
        <p:spPr>
          <a:xfrm>
            <a:off x="377508" y="4950619"/>
            <a:ext cx="1803600" cy="1215231"/>
          </a:xfrm>
          <a:prstGeom prst="rect">
            <a:avLst/>
          </a:prstGeom>
        </p:spPr>
        <p:txBody>
          <a:bodyPr/>
          <a:lstStyle>
            <a:lvl1pPr marL="0" indent="0">
              <a:spcBef>
                <a:spcPts val="0"/>
              </a:spcBef>
              <a:buNone/>
              <a:defRPr sz="1800" b="1" spc="-70" baseline="0">
                <a:solidFill>
                  <a:schemeClr val="tx1"/>
                </a:solidFill>
              </a:defRPr>
            </a:lvl1pPr>
            <a:lvl2pPr>
              <a:buNone/>
              <a:defRPr/>
            </a:lvl2pPr>
          </a:lstStyle>
          <a:p>
            <a:pPr lvl="0"/>
            <a:r>
              <a:rPr lang="sv-SE"/>
              <a:t>Klicka här för att ändra format på bakgrundstexten</a:t>
            </a:r>
          </a:p>
        </p:txBody>
      </p:sp>
      <p:sp>
        <p:nvSpPr>
          <p:cNvPr id="12" name="Title 11">
            <a:extLst>
              <a:ext uri="{FF2B5EF4-FFF2-40B4-BE49-F238E27FC236}">
                <a16:creationId xmlns:a16="http://schemas.microsoft.com/office/drawing/2014/main" id="{AD21CF88-1CA2-8F48-5413-A674E5570A2F}"/>
              </a:ext>
            </a:extLst>
          </p:cNvPr>
          <p:cNvSpPr>
            <a:spLocks noGrp="1"/>
          </p:cNvSpPr>
          <p:nvPr>
            <p:ph type="title"/>
          </p:nvPr>
        </p:nvSpPr>
        <p:spPr>
          <a:xfrm>
            <a:off x="377509" y="339725"/>
            <a:ext cx="10152854" cy="1159676"/>
          </a:xfrm>
          <a:prstGeom prst="rect">
            <a:avLst/>
          </a:prstGeom>
        </p:spPr>
        <p:txBody>
          <a:bodyPr/>
          <a:lstStyle>
            <a:lvl1pPr>
              <a:defRPr>
                <a:solidFill>
                  <a:schemeClr val="accent1"/>
                </a:solidFill>
              </a:defRPr>
            </a:lvl1pPr>
          </a:lstStyle>
          <a:p>
            <a:r>
              <a:rPr lang="sv-SE"/>
              <a:t>Klicka här för att ändra mall för rubrikformat</a:t>
            </a:r>
            <a:endParaRPr lang="sv-SE" dirty="0"/>
          </a:p>
        </p:txBody>
      </p:sp>
      <p:sp>
        <p:nvSpPr>
          <p:cNvPr id="9" name="Picture Placeholder 8">
            <a:extLst>
              <a:ext uri="{FF2B5EF4-FFF2-40B4-BE49-F238E27FC236}">
                <a16:creationId xmlns:a16="http://schemas.microsoft.com/office/drawing/2014/main" id="{5E1BE252-8363-EDE1-50D7-DD294817E8E9}"/>
              </a:ext>
            </a:extLst>
          </p:cNvPr>
          <p:cNvSpPr>
            <a:spLocks noGrp="1"/>
          </p:cNvSpPr>
          <p:nvPr>
            <p:ph type="pic" sz="quarter" idx="20"/>
          </p:nvPr>
        </p:nvSpPr>
        <p:spPr>
          <a:xfrm>
            <a:off x="2300885" y="1809750"/>
            <a:ext cx="1803084" cy="2466975"/>
          </a:xfrm>
          <a:custGeom>
            <a:avLst/>
            <a:gdLst>
              <a:gd name="csX0" fmla="*/ 0 w 1803084"/>
              <a:gd name="csY0" fmla="*/ 0 h 2466975"/>
              <a:gd name="csX1" fmla="*/ 1803084 w 1803084"/>
              <a:gd name="csY1" fmla="*/ 0 h 2466975"/>
              <a:gd name="csX2" fmla="*/ 1803084 w 1803084"/>
              <a:gd name="csY2" fmla="*/ 1640448 h 2466975"/>
              <a:gd name="csX3" fmla="*/ 1245585 w 1803084"/>
              <a:gd name="csY3" fmla="*/ 2466975 h 2466975"/>
              <a:gd name="csX4" fmla="*/ 0 w 1803084"/>
              <a:gd name="csY4" fmla="*/ 2466975 h 2466975"/>
            </a:gdLst>
            <a:ahLst/>
            <a:cxnLst>
              <a:cxn ang="0">
                <a:pos x="csX0" y="csY0"/>
              </a:cxn>
              <a:cxn ang="0">
                <a:pos x="csX1" y="csY1"/>
              </a:cxn>
              <a:cxn ang="0">
                <a:pos x="csX2" y="csY2"/>
              </a:cxn>
              <a:cxn ang="0">
                <a:pos x="csX3" y="csY3"/>
              </a:cxn>
              <a:cxn ang="0">
                <a:pos x="csX4" y="csY4"/>
              </a:cxn>
            </a:cxnLst>
            <a:rect l="l" t="t" r="r" b="b"/>
            <a:pathLst>
              <a:path w="1803084" h="2466975">
                <a:moveTo>
                  <a:pt x="0" y="0"/>
                </a:moveTo>
                <a:lnTo>
                  <a:pt x="1803084" y="0"/>
                </a:lnTo>
                <a:lnTo>
                  <a:pt x="1803084" y="1640448"/>
                </a:lnTo>
                <a:lnTo>
                  <a:pt x="1245585"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10" name="Text Placeholder 12">
            <a:extLst>
              <a:ext uri="{FF2B5EF4-FFF2-40B4-BE49-F238E27FC236}">
                <a16:creationId xmlns:a16="http://schemas.microsoft.com/office/drawing/2014/main" id="{F24818F4-9685-7F4D-B8DF-59CB40DCCEA6}"/>
              </a:ext>
            </a:extLst>
          </p:cNvPr>
          <p:cNvSpPr>
            <a:spLocks noGrp="1"/>
          </p:cNvSpPr>
          <p:nvPr>
            <p:ph type="body" sz="quarter" idx="21" hasCustomPrompt="1"/>
          </p:nvPr>
        </p:nvSpPr>
        <p:spPr>
          <a:xfrm>
            <a:off x="2306918" y="4327276"/>
            <a:ext cx="1803600" cy="589630"/>
          </a:xfrm>
          <a:prstGeom prst="rect">
            <a:avLst/>
          </a:prstGeom>
        </p:spPr>
        <p:txBody>
          <a:bodyPr/>
          <a:lstStyle>
            <a:lvl1pPr marL="0" indent="0">
              <a:spcBef>
                <a:spcPts val="0"/>
              </a:spcBef>
              <a:spcAft>
                <a:spcPts val="0"/>
              </a:spcAft>
              <a:buNone/>
              <a:defRPr sz="4800" b="1" spc="-70" baseline="0">
                <a:solidFill>
                  <a:schemeClr val="accent1"/>
                </a:solidFill>
              </a:defRPr>
            </a:lvl1pPr>
            <a:lvl2pPr>
              <a:buNone/>
              <a:defRPr/>
            </a:lvl2pPr>
          </a:lstStyle>
          <a:p>
            <a:pPr lvl="0"/>
            <a:r>
              <a:rPr lang="sv-SE"/>
              <a:t>Text</a:t>
            </a:r>
            <a:endParaRPr lang="sv-SE" dirty="0"/>
          </a:p>
        </p:txBody>
      </p:sp>
      <p:sp>
        <p:nvSpPr>
          <p:cNvPr id="11" name="Text Placeholder 17">
            <a:extLst>
              <a:ext uri="{FF2B5EF4-FFF2-40B4-BE49-F238E27FC236}">
                <a16:creationId xmlns:a16="http://schemas.microsoft.com/office/drawing/2014/main" id="{600516F3-2D4C-5DB7-ABCB-3BDC6BAADF07}"/>
              </a:ext>
            </a:extLst>
          </p:cNvPr>
          <p:cNvSpPr>
            <a:spLocks noGrp="1"/>
          </p:cNvSpPr>
          <p:nvPr>
            <p:ph type="body" sz="quarter" idx="22"/>
          </p:nvPr>
        </p:nvSpPr>
        <p:spPr>
          <a:xfrm>
            <a:off x="2306918" y="4950619"/>
            <a:ext cx="1803600" cy="1215231"/>
          </a:xfrm>
          <a:prstGeom prst="rect">
            <a:avLst/>
          </a:prstGeom>
        </p:spPr>
        <p:txBody>
          <a:bodyPr/>
          <a:lstStyle>
            <a:lvl1pPr marL="0" indent="0">
              <a:spcBef>
                <a:spcPts val="0"/>
              </a:spcBef>
              <a:buNone/>
              <a:defRPr sz="1800" b="1" spc="-70" baseline="0">
                <a:solidFill>
                  <a:schemeClr val="tx1"/>
                </a:solidFill>
              </a:defRPr>
            </a:lvl1pPr>
            <a:lvl2pPr>
              <a:buNone/>
              <a:defRPr/>
            </a:lvl2pPr>
          </a:lstStyle>
          <a:p>
            <a:pPr lvl="0"/>
            <a:r>
              <a:rPr lang="sv-SE"/>
              <a:t>Klicka här för att ändra format på bakgrundstexten</a:t>
            </a:r>
          </a:p>
        </p:txBody>
      </p:sp>
      <p:sp>
        <p:nvSpPr>
          <p:cNvPr id="14" name="Picture Placeholder 13">
            <a:extLst>
              <a:ext uri="{FF2B5EF4-FFF2-40B4-BE49-F238E27FC236}">
                <a16:creationId xmlns:a16="http://schemas.microsoft.com/office/drawing/2014/main" id="{938B0B46-9860-CFCF-E86A-8E2A52A26CE7}"/>
              </a:ext>
            </a:extLst>
          </p:cNvPr>
          <p:cNvSpPr>
            <a:spLocks noGrp="1"/>
          </p:cNvSpPr>
          <p:nvPr>
            <p:ph type="pic" sz="quarter" idx="23"/>
          </p:nvPr>
        </p:nvSpPr>
        <p:spPr>
          <a:xfrm>
            <a:off x="4230295" y="1809750"/>
            <a:ext cx="1803084" cy="2466975"/>
          </a:xfrm>
          <a:custGeom>
            <a:avLst/>
            <a:gdLst>
              <a:gd name="csX0" fmla="*/ 0 w 1803084"/>
              <a:gd name="csY0" fmla="*/ 0 h 2466975"/>
              <a:gd name="csX1" fmla="*/ 1803084 w 1803084"/>
              <a:gd name="csY1" fmla="*/ 0 h 2466975"/>
              <a:gd name="csX2" fmla="*/ 1803084 w 1803084"/>
              <a:gd name="csY2" fmla="*/ 1640448 h 2466975"/>
              <a:gd name="csX3" fmla="*/ 1245585 w 1803084"/>
              <a:gd name="csY3" fmla="*/ 2466975 h 2466975"/>
              <a:gd name="csX4" fmla="*/ 0 w 1803084"/>
              <a:gd name="csY4" fmla="*/ 2466975 h 2466975"/>
            </a:gdLst>
            <a:ahLst/>
            <a:cxnLst>
              <a:cxn ang="0">
                <a:pos x="csX0" y="csY0"/>
              </a:cxn>
              <a:cxn ang="0">
                <a:pos x="csX1" y="csY1"/>
              </a:cxn>
              <a:cxn ang="0">
                <a:pos x="csX2" y="csY2"/>
              </a:cxn>
              <a:cxn ang="0">
                <a:pos x="csX3" y="csY3"/>
              </a:cxn>
              <a:cxn ang="0">
                <a:pos x="csX4" y="csY4"/>
              </a:cxn>
            </a:cxnLst>
            <a:rect l="l" t="t" r="r" b="b"/>
            <a:pathLst>
              <a:path w="1803084" h="2466975">
                <a:moveTo>
                  <a:pt x="0" y="0"/>
                </a:moveTo>
                <a:lnTo>
                  <a:pt x="1803084" y="0"/>
                </a:lnTo>
                <a:lnTo>
                  <a:pt x="1803084" y="1640448"/>
                </a:lnTo>
                <a:lnTo>
                  <a:pt x="1245585"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17" name="Text Placeholder 12">
            <a:extLst>
              <a:ext uri="{FF2B5EF4-FFF2-40B4-BE49-F238E27FC236}">
                <a16:creationId xmlns:a16="http://schemas.microsoft.com/office/drawing/2014/main" id="{38702504-DBE4-787C-D0AE-D541D92C4A76}"/>
              </a:ext>
            </a:extLst>
          </p:cNvPr>
          <p:cNvSpPr>
            <a:spLocks noGrp="1"/>
          </p:cNvSpPr>
          <p:nvPr>
            <p:ph type="body" sz="quarter" idx="24" hasCustomPrompt="1"/>
          </p:nvPr>
        </p:nvSpPr>
        <p:spPr>
          <a:xfrm>
            <a:off x="4236328" y="4327276"/>
            <a:ext cx="1803600" cy="589630"/>
          </a:xfrm>
          <a:prstGeom prst="rect">
            <a:avLst/>
          </a:prstGeom>
        </p:spPr>
        <p:txBody>
          <a:bodyPr/>
          <a:lstStyle>
            <a:lvl1pPr marL="0" indent="0">
              <a:spcBef>
                <a:spcPts val="0"/>
              </a:spcBef>
              <a:spcAft>
                <a:spcPts val="0"/>
              </a:spcAft>
              <a:buNone/>
              <a:defRPr sz="4800" b="1" spc="-70" baseline="0">
                <a:solidFill>
                  <a:schemeClr val="accent1"/>
                </a:solidFill>
              </a:defRPr>
            </a:lvl1pPr>
            <a:lvl2pPr>
              <a:buNone/>
              <a:defRPr/>
            </a:lvl2pPr>
          </a:lstStyle>
          <a:p>
            <a:pPr lvl="0"/>
            <a:r>
              <a:rPr lang="sv-SE"/>
              <a:t>Text</a:t>
            </a:r>
            <a:endParaRPr lang="sv-SE" dirty="0"/>
          </a:p>
        </p:txBody>
      </p:sp>
      <p:sp>
        <p:nvSpPr>
          <p:cNvPr id="21" name="Text Placeholder 17">
            <a:extLst>
              <a:ext uri="{FF2B5EF4-FFF2-40B4-BE49-F238E27FC236}">
                <a16:creationId xmlns:a16="http://schemas.microsoft.com/office/drawing/2014/main" id="{C3E9194A-1E3D-FA3E-3CDC-0ED8D82A512B}"/>
              </a:ext>
            </a:extLst>
          </p:cNvPr>
          <p:cNvSpPr>
            <a:spLocks noGrp="1"/>
          </p:cNvSpPr>
          <p:nvPr>
            <p:ph type="body" sz="quarter" idx="25"/>
          </p:nvPr>
        </p:nvSpPr>
        <p:spPr>
          <a:xfrm>
            <a:off x="4236328" y="4950619"/>
            <a:ext cx="1803600" cy="1215231"/>
          </a:xfrm>
          <a:prstGeom prst="rect">
            <a:avLst/>
          </a:prstGeom>
        </p:spPr>
        <p:txBody>
          <a:bodyPr/>
          <a:lstStyle>
            <a:lvl1pPr marL="0" indent="0">
              <a:spcBef>
                <a:spcPts val="0"/>
              </a:spcBef>
              <a:buNone/>
              <a:defRPr sz="1800" b="1" spc="-70" baseline="0">
                <a:solidFill>
                  <a:schemeClr val="tx1"/>
                </a:solidFill>
              </a:defRPr>
            </a:lvl1pPr>
            <a:lvl2pPr>
              <a:buNone/>
              <a:defRPr/>
            </a:lvl2pPr>
          </a:lstStyle>
          <a:p>
            <a:pPr lvl="0"/>
            <a:r>
              <a:rPr lang="sv-SE"/>
              <a:t>Klicka här för att ändra format på bakgrundstexten</a:t>
            </a:r>
          </a:p>
        </p:txBody>
      </p:sp>
      <p:sp>
        <p:nvSpPr>
          <p:cNvPr id="22" name="Picture Placeholder 21">
            <a:extLst>
              <a:ext uri="{FF2B5EF4-FFF2-40B4-BE49-F238E27FC236}">
                <a16:creationId xmlns:a16="http://schemas.microsoft.com/office/drawing/2014/main" id="{DB9A6FC8-57D6-B5BA-211D-D91662F1EB4A}"/>
              </a:ext>
            </a:extLst>
          </p:cNvPr>
          <p:cNvSpPr>
            <a:spLocks noGrp="1"/>
          </p:cNvSpPr>
          <p:nvPr>
            <p:ph type="pic" sz="quarter" idx="26"/>
          </p:nvPr>
        </p:nvSpPr>
        <p:spPr>
          <a:xfrm>
            <a:off x="6159705" y="1809750"/>
            <a:ext cx="1803084" cy="2466975"/>
          </a:xfrm>
          <a:custGeom>
            <a:avLst/>
            <a:gdLst>
              <a:gd name="csX0" fmla="*/ 0 w 1803084"/>
              <a:gd name="csY0" fmla="*/ 0 h 2466975"/>
              <a:gd name="csX1" fmla="*/ 1803084 w 1803084"/>
              <a:gd name="csY1" fmla="*/ 0 h 2466975"/>
              <a:gd name="csX2" fmla="*/ 1803084 w 1803084"/>
              <a:gd name="csY2" fmla="*/ 1640448 h 2466975"/>
              <a:gd name="csX3" fmla="*/ 1245585 w 1803084"/>
              <a:gd name="csY3" fmla="*/ 2466975 h 2466975"/>
              <a:gd name="csX4" fmla="*/ 0 w 1803084"/>
              <a:gd name="csY4" fmla="*/ 2466975 h 2466975"/>
            </a:gdLst>
            <a:ahLst/>
            <a:cxnLst>
              <a:cxn ang="0">
                <a:pos x="csX0" y="csY0"/>
              </a:cxn>
              <a:cxn ang="0">
                <a:pos x="csX1" y="csY1"/>
              </a:cxn>
              <a:cxn ang="0">
                <a:pos x="csX2" y="csY2"/>
              </a:cxn>
              <a:cxn ang="0">
                <a:pos x="csX3" y="csY3"/>
              </a:cxn>
              <a:cxn ang="0">
                <a:pos x="csX4" y="csY4"/>
              </a:cxn>
            </a:cxnLst>
            <a:rect l="l" t="t" r="r" b="b"/>
            <a:pathLst>
              <a:path w="1803084" h="2466975">
                <a:moveTo>
                  <a:pt x="0" y="0"/>
                </a:moveTo>
                <a:lnTo>
                  <a:pt x="1803084" y="0"/>
                </a:lnTo>
                <a:lnTo>
                  <a:pt x="1803084" y="1640448"/>
                </a:lnTo>
                <a:lnTo>
                  <a:pt x="1245585"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23" name="Text Placeholder 12">
            <a:extLst>
              <a:ext uri="{FF2B5EF4-FFF2-40B4-BE49-F238E27FC236}">
                <a16:creationId xmlns:a16="http://schemas.microsoft.com/office/drawing/2014/main" id="{3B3C3915-339F-4DF0-D44B-700650C3D050}"/>
              </a:ext>
            </a:extLst>
          </p:cNvPr>
          <p:cNvSpPr>
            <a:spLocks noGrp="1"/>
          </p:cNvSpPr>
          <p:nvPr>
            <p:ph type="body" sz="quarter" idx="27" hasCustomPrompt="1"/>
          </p:nvPr>
        </p:nvSpPr>
        <p:spPr>
          <a:xfrm>
            <a:off x="6165738" y="4327276"/>
            <a:ext cx="1803600" cy="589630"/>
          </a:xfrm>
          <a:prstGeom prst="rect">
            <a:avLst/>
          </a:prstGeom>
        </p:spPr>
        <p:txBody>
          <a:bodyPr/>
          <a:lstStyle>
            <a:lvl1pPr marL="0" indent="0">
              <a:spcBef>
                <a:spcPts val="0"/>
              </a:spcBef>
              <a:spcAft>
                <a:spcPts val="0"/>
              </a:spcAft>
              <a:buNone/>
              <a:defRPr sz="4800" b="1" spc="-70" baseline="0">
                <a:solidFill>
                  <a:schemeClr val="accent1"/>
                </a:solidFill>
              </a:defRPr>
            </a:lvl1pPr>
            <a:lvl2pPr>
              <a:buNone/>
              <a:defRPr/>
            </a:lvl2pPr>
          </a:lstStyle>
          <a:p>
            <a:pPr lvl="0"/>
            <a:r>
              <a:rPr lang="sv-SE"/>
              <a:t>Text</a:t>
            </a:r>
            <a:endParaRPr lang="sv-SE" dirty="0"/>
          </a:p>
        </p:txBody>
      </p:sp>
      <p:sp>
        <p:nvSpPr>
          <p:cNvPr id="24" name="Text Placeholder 17">
            <a:extLst>
              <a:ext uri="{FF2B5EF4-FFF2-40B4-BE49-F238E27FC236}">
                <a16:creationId xmlns:a16="http://schemas.microsoft.com/office/drawing/2014/main" id="{6063A7B4-B51F-A266-6DB1-517C43B14FB8}"/>
              </a:ext>
            </a:extLst>
          </p:cNvPr>
          <p:cNvSpPr>
            <a:spLocks noGrp="1"/>
          </p:cNvSpPr>
          <p:nvPr>
            <p:ph type="body" sz="quarter" idx="28"/>
          </p:nvPr>
        </p:nvSpPr>
        <p:spPr>
          <a:xfrm>
            <a:off x="6165738" y="4950619"/>
            <a:ext cx="1803600" cy="1215231"/>
          </a:xfrm>
          <a:prstGeom prst="rect">
            <a:avLst/>
          </a:prstGeom>
        </p:spPr>
        <p:txBody>
          <a:bodyPr/>
          <a:lstStyle>
            <a:lvl1pPr marL="0" indent="0">
              <a:spcBef>
                <a:spcPts val="0"/>
              </a:spcBef>
              <a:buNone/>
              <a:defRPr sz="1800" b="1" spc="-70" baseline="0">
                <a:solidFill>
                  <a:schemeClr val="tx1"/>
                </a:solidFill>
              </a:defRPr>
            </a:lvl1pPr>
            <a:lvl2pPr>
              <a:buNone/>
              <a:defRPr/>
            </a:lvl2pPr>
          </a:lstStyle>
          <a:p>
            <a:pPr lvl="0"/>
            <a:r>
              <a:rPr lang="sv-SE"/>
              <a:t>Klicka här för att ändra format på bakgrundstexten</a:t>
            </a:r>
          </a:p>
        </p:txBody>
      </p:sp>
      <p:sp>
        <p:nvSpPr>
          <p:cNvPr id="25" name="Picture Placeholder 24">
            <a:extLst>
              <a:ext uri="{FF2B5EF4-FFF2-40B4-BE49-F238E27FC236}">
                <a16:creationId xmlns:a16="http://schemas.microsoft.com/office/drawing/2014/main" id="{405A5A57-8FD3-6CC1-F034-063497D511ED}"/>
              </a:ext>
            </a:extLst>
          </p:cNvPr>
          <p:cNvSpPr>
            <a:spLocks noGrp="1"/>
          </p:cNvSpPr>
          <p:nvPr>
            <p:ph type="pic" sz="quarter" idx="29"/>
          </p:nvPr>
        </p:nvSpPr>
        <p:spPr>
          <a:xfrm>
            <a:off x="8089115" y="1809750"/>
            <a:ext cx="1803084" cy="2466975"/>
          </a:xfrm>
          <a:custGeom>
            <a:avLst/>
            <a:gdLst>
              <a:gd name="csX0" fmla="*/ 0 w 1803084"/>
              <a:gd name="csY0" fmla="*/ 0 h 2466975"/>
              <a:gd name="csX1" fmla="*/ 1803084 w 1803084"/>
              <a:gd name="csY1" fmla="*/ 0 h 2466975"/>
              <a:gd name="csX2" fmla="*/ 1803084 w 1803084"/>
              <a:gd name="csY2" fmla="*/ 1640448 h 2466975"/>
              <a:gd name="csX3" fmla="*/ 1245585 w 1803084"/>
              <a:gd name="csY3" fmla="*/ 2466975 h 2466975"/>
              <a:gd name="csX4" fmla="*/ 0 w 1803084"/>
              <a:gd name="csY4" fmla="*/ 2466975 h 2466975"/>
            </a:gdLst>
            <a:ahLst/>
            <a:cxnLst>
              <a:cxn ang="0">
                <a:pos x="csX0" y="csY0"/>
              </a:cxn>
              <a:cxn ang="0">
                <a:pos x="csX1" y="csY1"/>
              </a:cxn>
              <a:cxn ang="0">
                <a:pos x="csX2" y="csY2"/>
              </a:cxn>
              <a:cxn ang="0">
                <a:pos x="csX3" y="csY3"/>
              </a:cxn>
              <a:cxn ang="0">
                <a:pos x="csX4" y="csY4"/>
              </a:cxn>
            </a:cxnLst>
            <a:rect l="l" t="t" r="r" b="b"/>
            <a:pathLst>
              <a:path w="1803084" h="2466975">
                <a:moveTo>
                  <a:pt x="0" y="0"/>
                </a:moveTo>
                <a:lnTo>
                  <a:pt x="1803084" y="0"/>
                </a:lnTo>
                <a:lnTo>
                  <a:pt x="1803084" y="1640448"/>
                </a:lnTo>
                <a:lnTo>
                  <a:pt x="1245585"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26" name="Text Placeholder 12">
            <a:extLst>
              <a:ext uri="{FF2B5EF4-FFF2-40B4-BE49-F238E27FC236}">
                <a16:creationId xmlns:a16="http://schemas.microsoft.com/office/drawing/2014/main" id="{AF26B382-D2B0-B83A-44FB-DEF5B755D4BD}"/>
              </a:ext>
            </a:extLst>
          </p:cNvPr>
          <p:cNvSpPr>
            <a:spLocks noGrp="1"/>
          </p:cNvSpPr>
          <p:nvPr>
            <p:ph type="body" sz="quarter" idx="30" hasCustomPrompt="1"/>
          </p:nvPr>
        </p:nvSpPr>
        <p:spPr>
          <a:xfrm>
            <a:off x="8095148" y="4327276"/>
            <a:ext cx="1803600" cy="589630"/>
          </a:xfrm>
          <a:prstGeom prst="rect">
            <a:avLst/>
          </a:prstGeom>
        </p:spPr>
        <p:txBody>
          <a:bodyPr/>
          <a:lstStyle>
            <a:lvl1pPr marL="0" indent="0">
              <a:spcBef>
                <a:spcPts val="0"/>
              </a:spcBef>
              <a:spcAft>
                <a:spcPts val="0"/>
              </a:spcAft>
              <a:buNone/>
              <a:defRPr sz="4800" b="1" spc="-70" baseline="0">
                <a:solidFill>
                  <a:schemeClr val="accent1"/>
                </a:solidFill>
              </a:defRPr>
            </a:lvl1pPr>
            <a:lvl2pPr>
              <a:buNone/>
              <a:defRPr/>
            </a:lvl2pPr>
          </a:lstStyle>
          <a:p>
            <a:pPr lvl="0"/>
            <a:r>
              <a:rPr lang="sv-SE"/>
              <a:t>Text</a:t>
            </a:r>
            <a:endParaRPr lang="sv-SE" dirty="0"/>
          </a:p>
        </p:txBody>
      </p:sp>
      <p:sp>
        <p:nvSpPr>
          <p:cNvPr id="30" name="Text Placeholder 17">
            <a:extLst>
              <a:ext uri="{FF2B5EF4-FFF2-40B4-BE49-F238E27FC236}">
                <a16:creationId xmlns:a16="http://schemas.microsoft.com/office/drawing/2014/main" id="{A24A41E4-6CC4-9892-6901-86EFE3028766}"/>
              </a:ext>
            </a:extLst>
          </p:cNvPr>
          <p:cNvSpPr>
            <a:spLocks noGrp="1"/>
          </p:cNvSpPr>
          <p:nvPr>
            <p:ph type="body" sz="quarter" idx="31"/>
          </p:nvPr>
        </p:nvSpPr>
        <p:spPr>
          <a:xfrm>
            <a:off x="8095148" y="4950619"/>
            <a:ext cx="1803600" cy="1215231"/>
          </a:xfrm>
          <a:prstGeom prst="rect">
            <a:avLst/>
          </a:prstGeom>
        </p:spPr>
        <p:txBody>
          <a:bodyPr/>
          <a:lstStyle>
            <a:lvl1pPr marL="0" indent="0">
              <a:spcBef>
                <a:spcPts val="0"/>
              </a:spcBef>
              <a:buNone/>
              <a:defRPr sz="1800" b="1" spc="-70" baseline="0">
                <a:solidFill>
                  <a:schemeClr val="tx1"/>
                </a:solidFill>
              </a:defRPr>
            </a:lvl1pPr>
            <a:lvl2pPr>
              <a:buNone/>
              <a:defRPr/>
            </a:lvl2pPr>
          </a:lstStyle>
          <a:p>
            <a:pPr lvl="0"/>
            <a:r>
              <a:rPr lang="sv-SE"/>
              <a:t>Klicka här för att ändra format på bakgrundstexten</a:t>
            </a:r>
          </a:p>
        </p:txBody>
      </p:sp>
      <p:sp>
        <p:nvSpPr>
          <p:cNvPr id="31" name="Picture Placeholder 30">
            <a:extLst>
              <a:ext uri="{FF2B5EF4-FFF2-40B4-BE49-F238E27FC236}">
                <a16:creationId xmlns:a16="http://schemas.microsoft.com/office/drawing/2014/main" id="{6534AE21-E17C-6093-EB67-D2D7DD577011}"/>
              </a:ext>
            </a:extLst>
          </p:cNvPr>
          <p:cNvSpPr>
            <a:spLocks noGrp="1"/>
          </p:cNvSpPr>
          <p:nvPr>
            <p:ph type="pic" sz="quarter" idx="32"/>
          </p:nvPr>
        </p:nvSpPr>
        <p:spPr>
          <a:xfrm>
            <a:off x="10018525" y="1809750"/>
            <a:ext cx="1803084" cy="2466975"/>
          </a:xfrm>
          <a:custGeom>
            <a:avLst/>
            <a:gdLst>
              <a:gd name="csX0" fmla="*/ 0 w 1803084"/>
              <a:gd name="csY0" fmla="*/ 0 h 2466975"/>
              <a:gd name="csX1" fmla="*/ 1803084 w 1803084"/>
              <a:gd name="csY1" fmla="*/ 0 h 2466975"/>
              <a:gd name="csX2" fmla="*/ 1803084 w 1803084"/>
              <a:gd name="csY2" fmla="*/ 1640448 h 2466975"/>
              <a:gd name="csX3" fmla="*/ 1245585 w 1803084"/>
              <a:gd name="csY3" fmla="*/ 2466975 h 2466975"/>
              <a:gd name="csX4" fmla="*/ 0 w 1803084"/>
              <a:gd name="csY4" fmla="*/ 2466975 h 2466975"/>
            </a:gdLst>
            <a:ahLst/>
            <a:cxnLst>
              <a:cxn ang="0">
                <a:pos x="csX0" y="csY0"/>
              </a:cxn>
              <a:cxn ang="0">
                <a:pos x="csX1" y="csY1"/>
              </a:cxn>
              <a:cxn ang="0">
                <a:pos x="csX2" y="csY2"/>
              </a:cxn>
              <a:cxn ang="0">
                <a:pos x="csX3" y="csY3"/>
              </a:cxn>
              <a:cxn ang="0">
                <a:pos x="csX4" y="csY4"/>
              </a:cxn>
            </a:cxnLst>
            <a:rect l="l" t="t" r="r" b="b"/>
            <a:pathLst>
              <a:path w="1803084" h="2466975">
                <a:moveTo>
                  <a:pt x="0" y="0"/>
                </a:moveTo>
                <a:lnTo>
                  <a:pt x="1803084" y="0"/>
                </a:lnTo>
                <a:lnTo>
                  <a:pt x="1803084" y="1640448"/>
                </a:lnTo>
                <a:lnTo>
                  <a:pt x="1245585" y="2466975"/>
                </a:lnTo>
                <a:lnTo>
                  <a:pt x="0" y="2466975"/>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32" name="Text Placeholder 12">
            <a:extLst>
              <a:ext uri="{FF2B5EF4-FFF2-40B4-BE49-F238E27FC236}">
                <a16:creationId xmlns:a16="http://schemas.microsoft.com/office/drawing/2014/main" id="{9472D4DC-0725-AC88-FF52-DECBBFA923F3}"/>
              </a:ext>
            </a:extLst>
          </p:cNvPr>
          <p:cNvSpPr>
            <a:spLocks noGrp="1"/>
          </p:cNvSpPr>
          <p:nvPr>
            <p:ph type="body" sz="quarter" idx="33" hasCustomPrompt="1"/>
          </p:nvPr>
        </p:nvSpPr>
        <p:spPr>
          <a:xfrm>
            <a:off x="10024558" y="4327276"/>
            <a:ext cx="1803600" cy="589630"/>
          </a:xfrm>
          <a:prstGeom prst="rect">
            <a:avLst/>
          </a:prstGeom>
        </p:spPr>
        <p:txBody>
          <a:bodyPr/>
          <a:lstStyle>
            <a:lvl1pPr marL="0" indent="0">
              <a:spcBef>
                <a:spcPts val="0"/>
              </a:spcBef>
              <a:spcAft>
                <a:spcPts val="0"/>
              </a:spcAft>
              <a:buNone/>
              <a:defRPr sz="4800" b="1" spc="-70" baseline="0">
                <a:solidFill>
                  <a:schemeClr val="accent1"/>
                </a:solidFill>
              </a:defRPr>
            </a:lvl1pPr>
            <a:lvl2pPr>
              <a:buNone/>
              <a:defRPr/>
            </a:lvl2pPr>
          </a:lstStyle>
          <a:p>
            <a:pPr lvl="0"/>
            <a:r>
              <a:rPr lang="sv-SE"/>
              <a:t>Text</a:t>
            </a:r>
            <a:endParaRPr lang="sv-SE" dirty="0"/>
          </a:p>
        </p:txBody>
      </p:sp>
      <p:sp>
        <p:nvSpPr>
          <p:cNvPr id="33" name="Text Placeholder 17">
            <a:extLst>
              <a:ext uri="{FF2B5EF4-FFF2-40B4-BE49-F238E27FC236}">
                <a16:creationId xmlns:a16="http://schemas.microsoft.com/office/drawing/2014/main" id="{2D0215CD-4644-1C08-FDA0-BC19C8679F4E}"/>
              </a:ext>
            </a:extLst>
          </p:cNvPr>
          <p:cNvSpPr>
            <a:spLocks noGrp="1"/>
          </p:cNvSpPr>
          <p:nvPr>
            <p:ph type="body" sz="quarter" idx="34"/>
          </p:nvPr>
        </p:nvSpPr>
        <p:spPr>
          <a:xfrm>
            <a:off x="10024558" y="4950619"/>
            <a:ext cx="1803600" cy="1215231"/>
          </a:xfrm>
          <a:prstGeom prst="rect">
            <a:avLst/>
          </a:prstGeom>
        </p:spPr>
        <p:txBody>
          <a:bodyPr/>
          <a:lstStyle>
            <a:lvl1pPr marL="0" indent="0">
              <a:spcBef>
                <a:spcPts val="0"/>
              </a:spcBef>
              <a:buNone/>
              <a:defRPr sz="1800" b="1" spc="-70" baseline="0">
                <a:solidFill>
                  <a:schemeClr val="tx1"/>
                </a:solidFill>
              </a:defRPr>
            </a:lvl1pPr>
            <a:lvl2pPr>
              <a:buNone/>
              <a:defRPr/>
            </a:lvl2pPr>
          </a:lstStyle>
          <a:p>
            <a:pPr lvl="0"/>
            <a:r>
              <a:rPr lang="sv-SE"/>
              <a:t>Klicka här för att ändra format på bakgrundstexten</a:t>
            </a:r>
          </a:p>
        </p:txBody>
      </p:sp>
      <p:pic>
        <p:nvPicPr>
          <p:cNvPr id="3" name="Bild 2">
            <a:extLst>
              <a:ext uri="{FF2B5EF4-FFF2-40B4-BE49-F238E27FC236}">
                <a16:creationId xmlns:a16="http://schemas.microsoft.com/office/drawing/2014/main" id="{4E35B570-CD56-2EF0-CE2F-2D94DA8AC77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387218641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och bil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24BE5971-0FE1-8099-F2E6-76B78A9F84F2}"/>
              </a:ext>
            </a:extLst>
          </p:cNvPr>
          <p:cNvSpPr>
            <a:spLocks noGrp="1"/>
          </p:cNvSpPr>
          <p:nvPr>
            <p:ph type="pic" sz="quarter" idx="13"/>
          </p:nvPr>
        </p:nvSpPr>
        <p:spPr bwMode="white">
          <a:xfrm>
            <a:off x="6090493" y="339725"/>
            <a:ext cx="5730033" cy="5827718"/>
          </a:xfrm>
          <a:custGeom>
            <a:avLst/>
            <a:gdLst>
              <a:gd name="csX0" fmla="*/ 0 w 5730033"/>
              <a:gd name="csY0" fmla="*/ 0 h 5827718"/>
              <a:gd name="csX1" fmla="*/ 5730033 w 5730033"/>
              <a:gd name="csY1" fmla="*/ 0 h 5827718"/>
              <a:gd name="csX2" fmla="*/ 5730033 w 5730033"/>
              <a:gd name="csY2" fmla="*/ 4809521 h 5827718"/>
              <a:gd name="csX3" fmla="*/ 5041855 w 5730033"/>
              <a:gd name="csY3" fmla="*/ 5827718 h 5827718"/>
              <a:gd name="csX4" fmla="*/ 0 w 5730033"/>
              <a:gd name="csY4" fmla="*/ 5827718 h 5827718"/>
            </a:gdLst>
            <a:ahLst/>
            <a:cxnLst>
              <a:cxn ang="0">
                <a:pos x="csX0" y="csY0"/>
              </a:cxn>
              <a:cxn ang="0">
                <a:pos x="csX1" y="csY1"/>
              </a:cxn>
              <a:cxn ang="0">
                <a:pos x="csX2" y="csY2"/>
              </a:cxn>
              <a:cxn ang="0">
                <a:pos x="csX3" y="csY3"/>
              </a:cxn>
              <a:cxn ang="0">
                <a:pos x="csX4" y="csY4"/>
              </a:cxn>
            </a:cxnLst>
            <a:rect l="l" t="t" r="r" b="b"/>
            <a:pathLst>
              <a:path w="5730033" h="5827718">
                <a:moveTo>
                  <a:pt x="0" y="0"/>
                </a:moveTo>
                <a:lnTo>
                  <a:pt x="5730033" y="0"/>
                </a:lnTo>
                <a:lnTo>
                  <a:pt x="5730033" y="4809521"/>
                </a:lnTo>
                <a:lnTo>
                  <a:pt x="5041855" y="5827718"/>
                </a:lnTo>
                <a:lnTo>
                  <a:pt x="0" y="5827718"/>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4" name="Date Placeholder 3">
            <a:extLst>
              <a:ext uri="{FF2B5EF4-FFF2-40B4-BE49-F238E27FC236}">
                <a16:creationId xmlns:a16="http://schemas.microsoft.com/office/drawing/2014/main" id="{3E6243C1-6DE5-B914-4666-FF9807051702}"/>
              </a:ext>
            </a:extLst>
          </p:cNvPr>
          <p:cNvSpPr>
            <a:spLocks noGrp="1"/>
          </p:cNvSpPr>
          <p:nvPr>
            <p:ph type="dt" sz="half" idx="10"/>
          </p:nvPr>
        </p:nvSpPr>
        <p:spPr>
          <a:xfrm>
            <a:off x="6149975" y="6496847"/>
            <a:ext cx="1773238" cy="107948"/>
          </a:xfrm>
          <a:prstGeom prst="rect">
            <a:avLst/>
          </a:prstGeom>
        </p:spPr>
        <p:txBody>
          <a:bodyPr/>
          <a:lstStyle>
            <a:lvl1pPr>
              <a:defRPr>
                <a:solidFill>
                  <a:schemeClr val="accent1"/>
                </a:solidFill>
              </a:defRPr>
            </a:lvl1pPr>
          </a:lstStyle>
          <a:p>
            <a:fld id="{D8154AE2-1B86-4FDD-8AAA-3B2673B0C726}" type="datetime1">
              <a:rPr lang="sv-SE" smtClean="0"/>
              <a:t>2026-05-13</a:t>
            </a:fld>
            <a:endParaRPr lang="sv-SE" dirty="0"/>
          </a:p>
        </p:txBody>
      </p:sp>
      <p:sp>
        <p:nvSpPr>
          <p:cNvPr id="5" name="Footer Placeholder 4">
            <a:extLst>
              <a:ext uri="{FF2B5EF4-FFF2-40B4-BE49-F238E27FC236}">
                <a16:creationId xmlns:a16="http://schemas.microsoft.com/office/drawing/2014/main" id="{DF0C4FE5-D304-37E7-3182-40CD9D5B6746}"/>
              </a:ext>
            </a:extLst>
          </p:cNvPr>
          <p:cNvSpPr>
            <a:spLocks noGrp="1"/>
          </p:cNvSpPr>
          <p:nvPr>
            <p:ph type="ftr" sz="quarter" idx="11"/>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6" name="Slide Number Placeholder 5">
            <a:extLst>
              <a:ext uri="{FF2B5EF4-FFF2-40B4-BE49-F238E27FC236}">
                <a16:creationId xmlns:a16="http://schemas.microsoft.com/office/drawing/2014/main" id="{A5EA2120-0087-ED34-7E47-BB431D061F3C}"/>
              </a:ext>
            </a:extLst>
          </p:cNvPr>
          <p:cNvSpPr>
            <a:spLocks noGrp="1"/>
          </p:cNvSpPr>
          <p:nvPr>
            <p:ph type="sldNum" sz="quarter" idx="12"/>
          </p:nvPr>
        </p:nvSpPr>
        <p:spPr>
          <a:xfrm>
            <a:off x="377509" y="6499228"/>
            <a:ext cx="571500" cy="109535"/>
          </a:xfrm>
          <a:prstGeom prst="rect">
            <a:avLst/>
          </a:prstGeom>
        </p:spPr>
        <p:txBody>
          <a:bodyPr/>
          <a:lstStyle>
            <a:lvl1pPr>
              <a:defRPr>
                <a:solidFill>
                  <a:schemeClr val="accent1"/>
                </a:solidFill>
              </a:defRPr>
            </a:lvl1pPr>
          </a:lstStyle>
          <a:p>
            <a:fld id="{E6619F8C-5C5F-45C4-867D-26540600E532}" type="slidenum">
              <a:rPr lang="sv-SE" smtClean="0"/>
              <a:pPr/>
              <a:t>‹#›</a:t>
            </a:fld>
            <a:endParaRPr lang="sv-SE" dirty="0"/>
          </a:p>
        </p:txBody>
      </p:sp>
      <p:sp>
        <p:nvSpPr>
          <p:cNvPr id="8" name="Title 7">
            <a:extLst>
              <a:ext uri="{FF2B5EF4-FFF2-40B4-BE49-F238E27FC236}">
                <a16:creationId xmlns:a16="http://schemas.microsoft.com/office/drawing/2014/main" id="{82701A2F-2B58-D886-180B-5DF021D31251}"/>
              </a:ext>
            </a:extLst>
          </p:cNvPr>
          <p:cNvSpPr>
            <a:spLocks noGrp="1"/>
          </p:cNvSpPr>
          <p:nvPr>
            <p:ph type="title"/>
          </p:nvPr>
        </p:nvSpPr>
        <p:spPr>
          <a:xfrm>
            <a:off x="377508" y="339725"/>
            <a:ext cx="4723200" cy="1159676"/>
          </a:xfrm>
          <a:prstGeom prst="rect">
            <a:avLst/>
          </a:prstGeom>
        </p:spPr>
        <p:txBody>
          <a:bodyPr/>
          <a:lstStyle>
            <a:lvl1pPr>
              <a:defRPr>
                <a:solidFill>
                  <a:schemeClr val="accent1"/>
                </a:solidFill>
              </a:defRPr>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FA9A4ABD-7917-6665-96AC-88E76B0108BE}"/>
              </a:ext>
            </a:extLst>
          </p:cNvPr>
          <p:cNvSpPr>
            <a:spLocks noGrp="1"/>
          </p:cNvSpPr>
          <p:nvPr>
            <p:ph type="body" sz="quarter" idx="14"/>
          </p:nvPr>
        </p:nvSpPr>
        <p:spPr>
          <a:xfrm>
            <a:off x="371474" y="2171699"/>
            <a:ext cx="4723200" cy="399415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pic>
        <p:nvPicPr>
          <p:cNvPr id="7" name="Bild 6">
            <a:extLst>
              <a:ext uri="{FF2B5EF4-FFF2-40B4-BE49-F238E27FC236}">
                <a16:creationId xmlns:a16="http://schemas.microsoft.com/office/drawing/2014/main" id="{905DED54-2378-3100-E8C5-C769E0BBAB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30851495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och 2 bilder (porträtt)">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2FCDA49E-E31F-681E-1AA0-FC8905CBD03D}"/>
              </a:ext>
            </a:extLst>
          </p:cNvPr>
          <p:cNvSpPr/>
          <p:nvPr userDrawn="1"/>
        </p:nvSpPr>
        <p:spPr>
          <a:xfrm>
            <a:off x="3714750" y="0"/>
            <a:ext cx="8477250" cy="6858000"/>
          </a:xfrm>
          <a:custGeom>
            <a:avLst/>
            <a:gdLst>
              <a:gd name="csX0" fmla="*/ 0 w 8477250"/>
              <a:gd name="csY0" fmla="*/ 0 h 6858000"/>
              <a:gd name="csX1" fmla="*/ 8477250 w 8477250"/>
              <a:gd name="csY1" fmla="*/ 0 h 6858000"/>
              <a:gd name="csX2" fmla="*/ 8477250 w 8477250"/>
              <a:gd name="csY2" fmla="*/ 6858000 h 6858000"/>
              <a:gd name="csX3" fmla="*/ 1 w 8477250"/>
              <a:gd name="csY3" fmla="*/ 6858000 h 6858000"/>
              <a:gd name="csX4" fmla="*/ 4593124 w 8477250"/>
              <a:gd name="csY4" fmla="*/ 160988 h 6858000"/>
              <a:gd name="csX5" fmla="*/ 4702830 w 8477250"/>
              <a:gd name="csY5" fmla="*/ 1 h 6858000"/>
              <a:gd name="csX6" fmla="*/ 0 w 8477250"/>
              <a:gd name="csY6" fmla="*/ 1 h 685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477250" h="6858000">
                <a:moveTo>
                  <a:pt x="0" y="0"/>
                </a:moveTo>
                <a:lnTo>
                  <a:pt x="8477250" y="0"/>
                </a:lnTo>
                <a:lnTo>
                  <a:pt x="8477250" y="6858000"/>
                </a:lnTo>
                <a:lnTo>
                  <a:pt x="1" y="6858000"/>
                </a:lnTo>
                <a:lnTo>
                  <a:pt x="4593124" y="160988"/>
                </a:lnTo>
                <a:lnTo>
                  <a:pt x="4702830" y="1"/>
                </a:lnTo>
                <a:lnTo>
                  <a:pt x="0" y="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sv-SE" sz="1500" dirty="0">
              <a:cs typeface="Arial" panose="020B0604020202020204" pitchFamily="34" charset="0"/>
            </a:endParaRPr>
          </a:p>
        </p:txBody>
      </p:sp>
      <p:sp>
        <p:nvSpPr>
          <p:cNvPr id="4" name="Date Placeholder 3">
            <a:extLst>
              <a:ext uri="{FF2B5EF4-FFF2-40B4-BE49-F238E27FC236}">
                <a16:creationId xmlns:a16="http://schemas.microsoft.com/office/drawing/2014/main" id="{3E6243C1-6DE5-B914-4666-FF9807051702}"/>
              </a:ext>
            </a:extLst>
          </p:cNvPr>
          <p:cNvSpPr>
            <a:spLocks noGrp="1"/>
          </p:cNvSpPr>
          <p:nvPr>
            <p:ph type="dt" sz="half" idx="10"/>
          </p:nvPr>
        </p:nvSpPr>
        <p:spPr>
          <a:xfrm>
            <a:off x="6149975" y="6496847"/>
            <a:ext cx="1773238" cy="107948"/>
          </a:xfrm>
          <a:prstGeom prst="rect">
            <a:avLst/>
          </a:prstGeom>
        </p:spPr>
        <p:txBody>
          <a:bodyPr/>
          <a:lstStyle>
            <a:lvl1pPr>
              <a:defRPr>
                <a:solidFill>
                  <a:schemeClr val="accent1"/>
                </a:solidFill>
              </a:defRPr>
            </a:lvl1pPr>
          </a:lstStyle>
          <a:p>
            <a:fld id="{B7E5FADB-B3A5-4936-A729-E333437FD621}" type="datetime1">
              <a:rPr lang="sv-SE" smtClean="0"/>
              <a:t>2026-05-13</a:t>
            </a:fld>
            <a:endParaRPr lang="sv-SE" dirty="0"/>
          </a:p>
        </p:txBody>
      </p:sp>
      <p:sp>
        <p:nvSpPr>
          <p:cNvPr id="5" name="Footer Placeholder 4">
            <a:extLst>
              <a:ext uri="{FF2B5EF4-FFF2-40B4-BE49-F238E27FC236}">
                <a16:creationId xmlns:a16="http://schemas.microsoft.com/office/drawing/2014/main" id="{DF0C4FE5-D304-37E7-3182-40CD9D5B6746}"/>
              </a:ext>
            </a:extLst>
          </p:cNvPr>
          <p:cNvSpPr>
            <a:spLocks noGrp="1"/>
          </p:cNvSpPr>
          <p:nvPr>
            <p:ph type="ftr" sz="quarter" idx="11"/>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6" name="Slide Number Placeholder 5">
            <a:extLst>
              <a:ext uri="{FF2B5EF4-FFF2-40B4-BE49-F238E27FC236}">
                <a16:creationId xmlns:a16="http://schemas.microsoft.com/office/drawing/2014/main" id="{A5EA2120-0087-ED34-7E47-BB431D061F3C}"/>
              </a:ext>
            </a:extLst>
          </p:cNvPr>
          <p:cNvSpPr>
            <a:spLocks noGrp="1"/>
          </p:cNvSpPr>
          <p:nvPr>
            <p:ph type="sldNum" sz="quarter" idx="12"/>
          </p:nvPr>
        </p:nvSpPr>
        <p:spPr>
          <a:xfrm>
            <a:off x="377509" y="6499228"/>
            <a:ext cx="571500" cy="109535"/>
          </a:xfrm>
          <a:prstGeom prst="rect">
            <a:avLst/>
          </a:prstGeom>
        </p:spPr>
        <p:txBody>
          <a:bodyPr/>
          <a:lstStyle>
            <a:lvl1pPr>
              <a:defRPr>
                <a:solidFill>
                  <a:schemeClr val="accent1"/>
                </a:solidFill>
              </a:defRPr>
            </a:lvl1pPr>
          </a:lstStyle>
          <a:p>
            <a:fld id="{E6619F8C-5C5F-45C4-867D-26540600E532}" type="slidenum">
              <a:rPr lang="sv-SE" smtClean="0"/>
              <a:pPr/>
              <a:t>‹#›</a:t>
            </a:fld>
            <a:endParaRPr lang="sv-SE" dirty="0"/>
          </a:p>
        </p:txBody>
      </p:sp>
      <p:sp>
        <p:nvSpPr>
          <p:cNvPr id="8" name="Title 7">
            <a:extLst>
              <a:ext uri="{FF2B5EF4-FFF2-40B4-BE49-F238E27FC236}">
                <a16:creationId xmlns:a16="http://schemas.microsoft.com/office/drawing/2014/main" id="{82701A2F-2B58-D886-180B-5DF021D31251}"/>
              </a:ext>
            </a:extLst>
          </p:cNvPr>
          <p:cNvSpPr>
            <a:spLocks noGrp="1"/>
          </p:cNvSpPr>
          <p:nvPr>
            <p:ph type="title"/>
          </p:nvPr>
        </p:nvSpPr>
        <p:spPr>
          <a:xfrm>
            <a:off x="377508" y="339725"/>
            <a:ext cx="4723200" cy="1159676"/>
          </a:xfrm>
          <a:prstGeom prst="rect">
            <a:avLst/>
          </a:prstGeom>
        </p:spPr>
        <p:txBody>
          <a:bodyPr/>
          <a:lstStyle>
            <a:lvl1pPr>
              <a:defRPr>
                <a:solidFill>
                  <a:schemeClr val="accent1"/>
                </a:solidFill>
              </a:defRPr>
            </a:lvl1pPr>
          </a:lstStyle>
          <a:p>
            <a:r>
              <a:rPr lang="sv-SE"/>
              <a:t>Klicka här för att ändra mall för rubrikformat</a:t>
            </a:r>
            <a:endParaRPr lang="sv-SE" dirty="0"/>
          </a:p>
        </p:txBody>
      </p:sp>
      <p:sp>
        <p:nvSpPr>
          <p:cNvPr id="11" name="Picture Placeholder 10">
            <a:extLst>
              <a:ext uri="{FF2B5EF4-FFF2-40B4-BE49-F238E27FC236}">
                <a16:creationId xmlns:a16="http://schemas.microsoft.com/office/drawing/2014/main" id="{1D5B6E3A-3944-F48F-C543-219FA4869275}"/>
              </a:ext>
            </a:extLst>
          </p:cNvPr>
          <p:cNvSpPr>
            <a:spLocks noGrp="1"/>
          </p:cNvSpPr>
          <p:nvPr>
            <p:ph type="pic" sz="quarter" idx="13"/>
          </p:nvPr>
        </p:nvSpPr>
        <p:spPr bwMode="white">
          <a:xfrm>
            <a:off x="6090492" y="339725"/>
            <a:ext cx="2762250" cy="5827718"/>
          </a:xfrm>
          <a:prstGeom prst="rect">
            <a:avLst/>
          </a:prstGeom>
          <a:noFill/>
        </p:spPr>
        <p:txBody>
          <a:bodyPr/>
          <a:lstStyle>
            <a:lvl1pPr>
              <a:buFontTx/>
              <a:buNone/>
              <a:defRPr sz="100">
                <a:noFill/>
              </a:defRPr>
            </a:lvl1pPr>
          </a:lstStyle>
          <a:p>
            <a:r>
              <a:rPr lang="sv-SE"/>
              <a:t>Klicka på ikonen för att lägga till en bild</a:t>
            </a:r>
            <a:endParaRPr lang="sv-SE" dirty="0"/>
          </a:p>
        </p:txBody>
      </p:sp>
      <p:sp>
        <p:nvSpPr>
          <p:cNvPr id="18" name="Picture Placeholder 17">
            <a:extLst>
              <a:ext uri="{FF2B5EF4-FFF2-40B4-BE49-F238E27FC236}">
                <a16:creationId xmlns:a16="http://schemas.microsoft.com/office/drawing/2014/main" id="{913C593E-6B60-C8ED-16B1-839C34A696E3}"/>
              </a:ext>
            </a:extLst>
          </p:cNvPr>
          <p:cNvSpPr>
            <a:spLocks noGrp="1"/>
          </p:cNvSpPr>
          <p:nvPr>
            <p:ph type="pic" sz="quarter" idx="15"/>
          </p:nvPr>
        </p:nvSpPr>
        <p:spPr bwMode="white">
          <a:xfrm>
            <a:off x="9058275" y="339725"/>
            <a:ext cx="2762250" cy="5827718"/>
          </a:xfrm>
          <a:custGeom>
            <a:avLst/>
            <a:gdLst>
              <a:gd name="csX0" fmla="*/ 0 w 2762250"/>
              <a:gd name="csY0" fmla="*/ 0 h 5827718"/>
              <a:gd name="csX1" fmla="*/ 2762250 w 2762250"/>
              <a:gd name="csY1" fmla="*/ 0 h 5827718"/>
              <a:gd name="csX2" fmla="*/ 2762250 w 2762250"/>
              <a:gd name="csY2" fmla="*/ 4833139 h 5827718"/>
              <a:gd name="csX3" fmla="*/ 2090035 w 2762250"/>
              <a:gd name="csY3" fmla="*/ 5827718 h 5827718"/>
              <a:gd name="csX4" fmla="*/ 0 w 2762250"/>
              <a:gd name="csY4" fmla="*/ 5827718 h 5827718"/>
            </a:gdLst>
            <a:ahLst/>
            <a:cxnLst>
              <a:cxn ang="0">
                <a:pos x="csX0" y="csY0"/>
              </a:cxn>
              <a:cxn ang="0">
                <a:pos x="csX1" y="csY1"/>
              </a:cxn>
              <a:cxn ang="0">
                <a:pos x="csX2" y="csY2"/>
              </a:cxn>
              <a:cxn ang="0">
                <a:pos x="csX3" y="csY3"/>
              </a:cxn>
              <a:cxn ang="0">
                <a:pos x="csX4" y="csY4"/>
              </a:cxn>
            </a:cxnLst>
            <a:rect l="l" t="t" r="r" b="b"/>
            <a:pathLst>
              <a:path w="2762250" h="5827718">
                <a:moveTo>
                  <a:pt x="0" y="0"/>
                </a:moveTo>
                <a:lnTo>
                  <a:pt x="2762250" y="0"/>
                </a:lnTo>
                <a:lnTo>
                  <a:pt x="2762250" y="4833139"/>
                </a:lnTo>
                <a:lnTo>
                  <a:pt x="2090035" y="5827718"/>
                </a:lnTo>
                <a:lnTo>
                  <a:pt x="0" y="5827718"/>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3" name="Platshållare för text 2">
            <a:extLst>
              <a:ext uri="{FF2B5EF4-FFF2-40B4-BE49-F238E27FC236}">
                <a16:creationId xmlns:a16="http://schemas.microsoft.com/office/drawing/2014/main" id="{FE242D02-6C53-6425-CD7A-66654448F9D6}"/>
              </a:ext>
            </a:extLst>
          </p:cNvPr>
          <p:cNvSpPr>
            <a:spLocks noGrp="1"/>
          </p:cNvSpPr>
          <p:nvPr>
            <p:ph type="body" sz="quarter" idx="14"/>
          </p:nvPr>
        </p:nvSpPr>
        <p:spPr>
          <a:xfrm>
            <a:off x="371474" y="2171700"/>
            <a:ext cx="4723200" cy="399415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pic>
        <p:nvPicPr>
          <p:cNvPr id="2" name="Bild 1">
            <a:extLst>
              <a:ext uri="{FF2B5EF4-FFF2-40B4-BE49-F238E27FC236}">
                <a16:creationId xmlns:a16="http://schemas.microsoft.com/office/drawing/2014/main" id="{C836AF52-FB0A-86C5-D7B7-D787C0C14B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41197864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och 2 bilder (landskap)">
    <p:bg>
      <p:bgPr>
        <a:solidFill>
          <a:schemeClr val="tx1"/>
        </a:solidFill>
        <a:effectLst/>
      </p:bgPr>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665BDDF9-B947-32C6-D4F3-4A77BC469E8B}"/>
              </a:ext>
            </a:extLst>
          </p:cNvPr>
          <p:cNvSpPr>
            <a:spLocks noGrp="1"/>
          </p:cNvSpPr>
          <p:nvPr>
            <p:ph type="pic" sz="quarter" idx="15"/>
          </p:nvPr>
        </p:nvSpPr>
        <p:spPr bwMode="white">
          <a:xfrm>
            <a:off x="6090493" y="3347957"/>
            <a:ext cx="5730033" cy="2819486"/>
          </a:xfrm>
          <a:custGeom>
            <a:avLst/>
            <a:gdLst>
              <a:gd name="csX0" fmla="*/ 0 w 5730033"/>
              <a:gd name="csY0" fmla="*/ 0 h 2819486"/>
              <a:gd name="csX1" fmla="*/ 5730033 w 5730033"/>
              <a:gd name="csY1" fmla="*/ 0 h 2819486"/>
              <a:gd name="csX2" fmla="*/ 5730033 w 5730033"/>
              <a:gd name="csY2" fmla="*/ 1801289 h 2819486"/>
              <a:gd name="csX3" fmla="*/ 5041855 w 5730033"/>
              <a:gd name="csY3" fmla="*/ 2819486 h 2819486"/>
              <a:gd name="csX4" fmla="*/ 0 w 5730033"/>
              <a:gd name="csY4" fmla="*/ 2819486 h 2819486"/>
            </a:gdLst>
            <a:ahLst/>
            <a:cxnLst>
              <a:cxn ang="0">
                <a:pos x="csX0" y="csY0"/>
              </a:cxn>
              <a:cxn ang="0">
                <a:pos x="csX1" y="csY1"/>
              </a:cxn>
              <a:cxn ang="0">
                <a:pos x="csX2" y="csY2"/>
              </a:cxn>
              <a:cxn ang="0">
                <a:pos x="csX3" y="csY3"/>
              </a:cxn>
              <a:cxn ang="0">
                <a:pos x="csX4" y="csY4"/>
              </a:cxn>
            </a:cxnLst>
            <a:rect l="l" t="t" r="r" b="b"/>
            <a:pathLst>
              <a:path w="5730033" h="2819486">
                <a:moveTo>
                  <a:pt x="0" y="0"/>
                </a:moveTo>
                <a:lnTo>
                  <a:pt x="5730033" y="0"/>
                </a:lnTo>
                <a:lnTo>
                  <a:pt x="5730033" y="1801289"/>
                </a:lnTo>
                <a:lnTo>
                  <a:pt x="5041855" y="2819486"/>
                </a:lnTo>
                <a:lnTo>
                  <a:pt x="0" y="2819486"/>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4" name="Date Placeholder 3">
            <a:extLst>
              <a:ext uri="{FF2B5EF4-FFF2-40B4-BE49-F238E27FC236}">
                <a16:creationId xmlns:a16="http://schemas.microsoft.com/office/drawing/2014/main" id="{3E6243C1-6DE5-B914-4666-FF9807051702}"/>
              </a:ext>
            </a:extLst>
          </p:cNvPr>
          <p:cNvSpPr>
            <a:spLocks noGrp="1"/>
          </p:cNvSpPr>
          <p:nvPr>
            <p:ph type="dt" sz="half" idx="10"/>
          </p:nvPr>
        </p:nvSpPr>
        <p:spPr>
          <a:xfrm>
            <a:off x="6149975" y="6496847"/>
            <a:ext cx="1773238" cy="107948"/>
          </a:xfrm>
          <a:prstGeom prst="rect">
            <a:avLst/>
          </a:prstGeom>
        </p:spPr>
        <p:txBody>
          <a:bodyPr/>
          <a:lstStyle>
            <a:lvl1pPr>
              <a:defRPr>
                <a:solidFill>
                  <a:schemeClr val="bg1"/>
                </a:solidFill>
              </a:defRPr>
            </a:lvl1pPr>
          </a:lstStyle>
          <a:p>
            <a:fld id="{341C8AFA-EE95-4E1F-AB35-92FB4970088D}" type="datetime1">
              <a:rPr lang="sv-SE" smtClean="0"/>
              <a:pPr/>
              <a:t>2026-05-13</a:t>
            </a:fld>
            <a:endParaRPr lang="sv-SE" dirty="0"/>
          </a:p>
        </p:txBody>
      </p:sp>
      <p:sp>
        <p:nvSpPr>
          <p:cNvPr id="5" name="Footer Placeholder 4">
            <a:extLst>
              <a:ext uri="{FF2B5EF4-FFF2-40B4-BE49-F238E27FC236}">
                <a16:creationId xmlns:a16="http://schemas.microsoft.com/office/drawing/2014/main" id="{DF0C4FE5-D304-37E7-3182-40CD9D5B6746}"/>
              </a:ext>
            </a:extLst>
          </p:cNvPr>
          <p:cNvSpPr>
            <a:spLocks noGrp="1"/>
          </p:cNvSpPr>
          <p:nvPr>
            <p:ph type="ftr" sz="quarter" idx="11"/>
          </p:nvPr>
        </p:nvSpPr>
        <p:spPr>
          <a:xfrm>
            <a:off x="1843405" y="6502401"/>
            <a:ext cx="2260600" cy="107948"/>
          </a:xfrm>
          <a:prstGeom prst="rect">
            <a:avLst/>
          </a:prstGeom>
        </p:spPr>
        <p:txBody>
          <a:bodyPr/>
          <a:lstStyle>
            <a:lvl1pPr>
              <a:defRPr>
                <a:solidFill>
                  <a:schemeClr val="bg1"/>
                </a:solidFill>
              </a:defRPr>
            </a:lvl1pPr>
          </a:lstStyle>
          <a:p>
            <a:r>
              <a:rPr lang="sv-SE"/>
              <a:t>Presentationens titel</a:t>
            </a:r>
            <a:endParaRPr lang="sv-SE" dirty="0"/>
          </a:p>
        </p:txBody>
      </p:sp>
      <p:sp>
        <p:nvSpPr>
          <p:cNvPr id="6" name="Slide Number Placeholder 5">
            <a:extLst>
              <a:ext uri="{FF2B5EF4-FFF2-40B4-BE49-F238E27FC236}">
                <a16:creationId xmlns:a16="http://schemas.microsoft.com/office/drawing/2014/main" id="{A5EA2120-0087-ED34-7E47-BB431D061F3C}"/>
              </a:ext>
            </a:extLst>
          </p:cNvPr>
          <p:cNvSpPr>
            <a:spLocks noGrp="1"/>
          </p:cNvSpPr>
          <p:nvPr>
            <p:ph type="sldNum" sz="quarter" idx="12"/>
          </p:nvPr>
        </p:nvSpPr>
        <p:spPr>
          <a:xfrm>
            <a:off x="377509" y="6499228"/>
            <a:ext cx="571500" cy="109535"/>
          </a:xfrm>
          <a:prstGeom prst="rect">
            <a:avLst/>
          </a:prstGeom>
        </p:spPr>
        <p:txBody>
          <a:bodyPr/>
          <a:lstStyle>
            <a:lvl1pPr>
              <a:defRPr>
                <a:solidFill>
                  <a:schemeClr val="bg1"/>
                </a:solidFill>
              </a:defRPr>
            </a:lvl1pPr>
          </a:lstStyle>
          <a:p>
            <a:fld id="{E6619F8C-5C5F-45C4-867D-26540600E532}" type="slidenum">
              <a:rPr lang="sv-SE" smtClean="0"/>
              <a:pPr/>
              <a:t>‹#›</a:t>
            </a:fld>
            <a:endParaRPr lang="sv-SE" dirty="0"/>
          </a:p>
        </p:txBody>
      </p:sp>
      <p:sp>
        <p:nvSpPr>
          <p:cNvPr id="8" name="Title 7">
            <a:extLst>
              <a:ext uri="{FF2B5EF4-FFF2-40B4-BE49-F238E27FC236}">
                <a16:creationId xmlns:a16="http://schemas.microsoft.com/office/drawing/2014/main" id="{82701A2F-2B58-D886-180B-5DF021D31251}"/>
              </a:ext>
            </a:extLst>
          </p:cNvPr>
          <p:cNvSpPr>
            <a:spLocks noGrp="1"/>
          </p:cNvSpPr>
          <p:nvPr>
            <p:ph type="title"/>
          </p:nvPr>
        </p:nvSpPr>
        <p:spPr>
          <a:xfrm>
            <a:off x="377508" y="339725"/>
            <a:ext cx="4723200" cy="1159676"/>
          </a:xfrm>
          <a:prstGeom prst="rect">
            <a:avLst/>
          </a:prstGeom>
        </p:spPr>
        <p:txBody>
          <a:bodyPr/>
          <a:lstStyle>
            <a:lvl1pPr>
              <a:defRPr>
                <a:solidFill>
                  <a:schemeClr val="accent2"/>
                </a:solidFill>
              </a:defRPr>
            </a:lvl1pPr>
          </a:lstStyle>
          <a:p>
            <a:r>
              <a:rPr lang="sv-SE"/>
              <a:t>Klicka här för att ändra mall för rubrikformat</a:t>
            </a:r>
            <a:endParaRPr lang="sv-SE" dirty="0"/>
          </a:p>
        </p:txBody>
      </p:sp>
      <p:sp>
        <p:nvSpPr>
          <p:cNvPr id="12" name="Picture Placeholder 10">
            <a:extLst>
              <a:ext uri="{FF2B5EF4-FFF2-40B4-BE49-F238E27FC236}">
                <a16:creationId xmlns:a16="http://schemas.microsoft.com/office/drawing/2014/main" id="{5D4DD2B6-FBB9-6184-1CCE-926EB8372E45}"/>
              </a:ext>
            </a:extLst>
          </p:cNvPr>
          <p:cNvSpPr>
            <a:spLocks noGrp="1"/>
          </p:cNvSpPr>
          <p:nvPr>
            <p:ph type="pic" sz="quarter" idx="13"/>
          </p:nvPr>
        </p:nvSpPr>
        <p:spPr bwMode="white">
          <a:xfrm>
            <a:off x="6090492" y="339725"/>
            <a:ext cx="5724525" cy="2808000"/>
          </a:xfrm>
          <a:prstGeom prst="rect">
            <a:avLst/>
          </a:prstGeom>
          <a:noFill/>
        </p:spPr>
        <p:txBody>
          <a:bodyPr/>
          <a:lstStyle>
            <a:lvl1pPr>
              <a:buFontTx/>
              <a:buNone/>
              <a:defRPr sz="100">
                <a:noFill/>
              </a:defRPr>
            </a:lvl1pPr>
          </a:lstStyle>
          <a:p>
            <a:r>
              <a:rPr lang="sv-SE"/>
              <a:t>Klicka på ikonen för att lägga till en bild</a:t>
            </a:r>
            <a:endParaRPr lang="sv-SE" dirty="0"/>
          </a:p>
        </p:txBody>
      </p:sp>
      <p:sp>
        <p:nvSpPr>
          <p:cNvPr id="2" name="Platshållare för text 2">
            <a:extLst>
              <a:ext uri="{FF2B5EF4-FFF2-40B4-BE49-F238E27FC236}">
                <a16:creationId xmlns:a16="http://schemas.microsoft.com/office/drawing/2014/main" id="{BF594154-03B6-F316-FF49-2A299732DC3E}"/>
              </a:ext>
            </a:extLst>
          </p:cNvPr>
          <p:cNvSpPr>
            <a:spLocks noGrp="1"/>
          </p:cNvSpPr>
          <p:nvPr>
            <p:ph type="body" sz="quarter" idx="14"/>
          </p:nvPr>
        </p:nvSpPr>
        <p:spPr>
          <a:xfrm>
            <a:off x="371474" y="2171699"/>
            <a:ext cx="4723200" cy="39941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Text Placeholder 12">
            <a:extLst>
              <a:ext uri="{FF2B5EF4-FFF2-40B4-BE49-F238E27FC236}">
                <a16:creationId xmlns:a16="http://schemas.microsoft.com/office/drawing/2014/main" id="{CDA6C483-1C9B-0ED0-707B-38F86BD81952}"/>
              </a:ext>
            </a:extLst>
          </p:cNvPr>
          <p:cNvSpPr>
            <a:spLocks noGrp="1"/>
          </p:cNvSpPr>
          <p:nvPr>
            <p:ph type="body" sz="quarter" idx="16" hasCustomPrompt="1"/>
          </p:nvPr>
        </p:nvSpPr>
        <p:spPr bwMode="black">
          <a:xfrm>
            <a:off x="10521351" y="6434927"/>
            <a:ext cx="1295999" cy="288661"/>
          </a:xfr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en-GB"/>
              <a:t> </a:t>
            </a:r>
            <a:endParaRPr lang="en-GB" dirty="0"/>
          </a:p>
        </p:txBody>
      </p:sp>
    </p:spTree>
    <p:extLst>
      <p:ext uri="{BB962C8B-B14F-4D97-AF65-F5344CB8AC3E}">
        <p14:creationId xmlns:p14="http://schemas.microsoft.com/office/powerpoint/2010/main" val="32480500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ext och 3 bilder">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E6243C1-6DE5-B914-4666-FF9807051702}"/>
              </a:ext>
            </a:extLst>
          </p:cNvPr>
          <p:cNvSpPr>
            <a:spLocks noGrp="1"/>
          </p:cNvSpPr>
          <p:nvPr>
            <p:ph type="dt" sz="half" idx="10"/>
          </p:nvPr>
        </p:nvSpPr>
        <p:spPr>
          <a:xfrm>
            <a:off x="6149975" y="6496847"/>
            <a:ext cx="1773238" cy="107948"/>
          </a:xfrm>
          <a:prstGeom prst="rect">
            <a:avLst/>
          </a:prstGeom>
        </p:spPr>
        <p:txBody>
          <a:bodyPr/>
          <a:lstStyle>
            <a:lvl1pPr>
              <a:defRPr>
                <a:solidFill>
                  <a:schemeClr val="bg1"/>
                </a:solidFill>
              </a:defRPr>
            </a:lvl1pPr>
          </a:lstStyle>
          <a:p>
            <a:fld id="{8F217D80-F841-4D94-897C-D1CE2FC087BD}" type="datetime1">
              <a:rPr lang="sv-SE" smtClean="0"/>
              <a:t>2026-05-13</a:t>
            </a:fld>
            <a:endParaRPr lang="sv-SE" dirty="0"/>
          </a:p>
        </p:txBody>
      </p:sp>
      <p:sp>
        <p:nvSpPr>
          <p:cNvPr id="5" name="Footer Placeholder 4">
            <a:extLst>
              <a:ext uri="{FF2B5EF4-FFF2-40B4-BE49-F238E27FC236}">
                <a16:creationId xmlns:a16="http://schemas.microsoft.com/office/drawing/2014/main" id="{DF0C4FE5-D304-37E7-3182-40CD9D5B6746}"/>
              </a:ext>
            </a:extLst>
          </p:cNvPr>
          <p:cNvSpPr>
            <a:spLocks noGrp="1"/>
          </p:cNvSpPr>
          <p:nvPr>
            <p:ph type="ftr" sz="quarter" idx="11"/>
          </p:nvPr>
        </p:nvSpPr>
        <p:spPr>
          <a:xfrm>
            <a:off x="1843405" y="6502401"/>
            <a:ext cx="2260600" cy="107948"/>
          </a:xfrm>
          <a:prstGeom prst="rect">
            <a:avLst/>
          </a:prstGeom>
        </p:spPr>
        <p:txBody>
          <a:bodyPr/>
          <a:lstStyle>
            <a:lvl1pPr>
              <a:defRPr>
                <a:solidFill>
                  <a:schemeClr val="bg1"/>
                </a:solidFill>
              </a:defRPr>
            </a:lvl1pPr>
          </a:lstStyle>
          <a:p>
            <a:r>
              <a:rPr lang="sv-SE"/>
              <a:t>Presentationens titel</a:t>
            </a:r>
            <a:endParaRPr lang="sv-SE" dirty="0"/>
          </a:p>
        </p:txBody>
      </p:sp>
      <p:sp>
        <p:nvSpPr>
          <p:cNvPr id="6" name="Slide Number Placeholder 5">
            <a:extLst>
              <a:ext uri="{FF2B5EF4-FFF2-40B4-BE49-F238E27FC236}">
                <a16:creationId xmlns:a16="http://schemas.microsoft.com/office/drawing/2014/main" id="{A5EA2120-0087-ED34-7E47-BB431D061F3C}"/>
              </a:ext>
            </a:extLst>
          </p:cNvPr>
          <p:cNvSpPr>
            <a:spLocks noGrp="1"/>
          </p:cNvSpPr>
          <p:nvPr>
            <p:ph type="sldNum" sz="quarter" idx="12"/>
          </p:nvPr>
        </p:nvSpPr>
        <p:spPr>
          <a:xfrm>
            <a:off x="377509" y="6499228"/>
            <a:ext cx="571500" cy="109535"/>
          </a:xfrm>
          <a:prstGeom prst="rect">
            <a:avLst/>
          </a:prstGeom>
        </p:spPr>
        <p:txBody>
          <a:bodyPr/>
          <a:lstStyle>
            <a:lvl1pPr>
              <a:defRPr>
                <a:solidFill>
                  <a:schemeClr val="bg1"/>
                </a:solidFill>
              </a:defRPr>
            </a:lvl1pPr>
          </a:lstStyle>
          <a:p>
            <a:fld id="{E6619F8C-5C5F-45C4-867D-26540600E532}" type="slidenum">
              <a:rPr lang="sv-SE" smtClean="0"/>
              <a:pPr/>
              <a:t>‹#›</a:t>
            </a:fld>
            <a:endParaRPr lang="sv-SE" dirty="0"/>
          </a:p>
        </p:txBody>
      </p:sp>
      <p:sp>
        <p:nvSpPr>
          <p:cNvPr id="8" name="Title 7">
            <a:extLst>
              <a:ext uri="{FF2B5EF4-FFF2-40B4-BE49-F238E27FC236}">
                <a16:creationId xmlns:a16="http://schemas.microsoft.com/office/drawing/2014/main" id="{82701A2F-2B58-D886-180B-5DF021D31251}"/>
              </a:ext>
            </a:extLst>
          </p:cNvPr>
          <p:cNvSpPr>
            <a:spLocks noGrp="1"/>
          </p:cNvSpPr>
          <p:nvPr>
            <p:ph type="title"/>
          </p:nvPr>
        </p:nvSpPr>
        <p:spPr>
          <a:xfrm>
            <a:off x="377508" y="339725"/>
            <a:ext cx="4723200" cy="1159676"/>
          </a:xfrm>
          <a:prstGeom prst="rect">
            <a:avLst/>
          </a:prstGeom>
        </p:spPr>
        <p:txBody>
          <a:bodyPr/>
          <a:lstStyle>
            <a:lvl1pPr>
              <a:defRPr>
                <a:solidFill>
                  <a:schemeClr val="bg1"/>
                </a:solidFill>
              </a:defRPr>
            </a:lvl1pPr>
          </a:lstStyle>
          <a:p>
            <a:r>
              <a:rPr lang="sv-SE"/>
              <a:t>Klicka här för att ändra mall för rubrikformat</a:t>
            </a:r>
            <a:endParaRPr lang="sv-SE" dirty="0"/>
          </a:p>
        </p:txBody>
      </p:sp>
      <p:sp>
        <p:nvSpPr>
          <p:cNvPr id="12" name="Picture Placeholder 10">
            <a:extLst>
              <a:ext uri="{FF2B5EF4-FFF2-40B4-BE49-F238E27FC236}">
                <a16:creationId xmlns:a16="http://schemas.microsoft.com/office/drawing/2014/main" id="{5D4DD2B6-FBB9-6184-1CCE-926EB8372E45}"/>
              </a:ext>
            </a:extLst>
          </p:cNvPr>
          <p:cNvSpPr>
            <a:spLocks noGrp="1"/>
          </p:cNvSpPr>
          <p:nvPr>
            <p:ph type="pic" sz="quarter" idx="13"/>
          </p:nvPr>
        </p:nvSpPr>
        <p:spPr bwMode="white">
          <a:xfrm>
            <a:off x="6090492" y="339725"/>
            <a:ext cx="2761200" cy="2808000"/>
          </a:xfrm>
          <a:prstGeom prst="rect">
            <a:avLst/>
          </a:prstGeom>
          <a:noFill/>
        </p:spPr>
        <p:txBody>
          <a:bodyPr/>
          <a:lstStyle>
            <a:lvl1pPr>
              <a:buFontTx/>
              <a:buNone/>
              <a:defRPr sz="100">
                <a:noFill/>
              </a:defRPr>
            </a:lvl1pPr>
          </a:lstStyle>
          <a:p>
            <a:r>
              <a:rPr lang="sv-SE"/>
              <a:t>Klicka på ikonen för att lägga till en bild</a:t>
            </a:r>
            <a:endParaRPr lang="sv-SE" dirty="0"/>
          </a:p>
        </p:txBody>
      </p:sp>
      <p:sp>
        <p:nvSpPr>
          <p:cNvPr id="9" name="Picture Placeholder 10">
            <a:extLst>
              <a:ext uri="{FF2B5EF4-FFF2-40B4-BE49-F238E27FC236}">
                <a16:creationId xmlns:a16="http://schemas.microsoft.com/office/drawing/2014/main" id="{E3AE4FCD-71CC-5B89-993F-B25D59A687E7}"/>
              </a:ext>
            </a:extLst>
          </p:cNvPr>
          <p:cNvSpPr>
            <a:spLocks noGrp="1"/>
          </p:cNvSpPr>
          <p:nvPr>
            <p:ph type="pic" sz="quarter" idx="16"/>
          </p:nvPr>
        </p:nvSpPr>
        <p:spPr bwMode="white">
          <a:xfrm>
            <a:off x="9058275" y="339725"/>
            <a:ext cx="2761200" cy="2808000"/>
          </a:xfrm>
          <a:prstGeom prst="rect">
            <a:avLst/>
          </a:prstGeom>
          <a:noFill/>
        </p:spPr>
        <p:txBody>
          <a:bodyPr/>
          <a:lstStyle>
            <a:lvl1pPr>
              <a:buFontTx/>
              <a:buNone/>
              <a:defRPr sz="100">
                <a:noFill/>
              </a:defRPr>
            </a:lvl1pPr>
          </a:lstStyle>
          <a:p>
            <a:r>
              <a:rPr lang="sv-SE"/>
              <a:t>Klicka på ikonen för att lägga till en bild</a:t>
            </a:r>
            <a:endParaRPr lang="sv-SE" dirty="0"/>
          </a:p>
        </p:txBody>
      </p:sp>
      <p:sp>
        <p:nvSpPr>
          <p:cNvPr id="7" name="Picture Placeholder 6">
            <a:extLst>
              <a:ext uri="{FF2B5EF4-FFF2-40B4-BE49-F238E27FC236}">
                <a16:creationId xmlns:a16="http://schemas.microsoft.com/office/drawing/2014/main" id="{3CF9A74E-33BD-082E-7DF5-A25EA37F5FAB}"/>
              </a:ext>
            </a:extLst>
          </p:cNvPr>
          <p:cNvSpPr>
            <a:spLocks noGrp="1"/>
          </p:cNvSpPr>
          <p:nvPr>
            <p:ph type="pic" sz="quarter" idx="15"/>
          </p:nvPr>
        </p:nvSpPr>
        <p:spPr bwMode="white">
          <a:xfrm>
            <a:off x="6090493" y="3347957"/>
            <a:ext cx="5730033" cy="2819486"/>
          </a:xfrm>
          <a:custGeom>
            <a:avLst/>
            <a:gdLst>
              <a:gd name="csX0" fmla="*/ 0 w 5730033"/>
              <a:gd name="csY0" fmla="*/ 0 h 2819486"/>
              <a:gd name="csX1" fmla="*/ 5730033 w 5730033"/>
              <a:gd name="csY1" fmla="*/ 0 h 2819486"/>
              <a:gd name="csX2" fmla="*/ 5730033 w 5730033"/>
              <a:gd name="csY2" fmla="*/ 1801289 h 2819486"/>
              <a:gd name="csX3" fmla="*/ 5041855 w 5730033"/>
              <a:gd name="csY3" fmla="*/ 2819486 h 2819486"/>
              <a:gd name="csX4" fmla="*/ 0 w 5730033"/>
              <a:gd name="csY4" fmla="*/ 2819486 h 2819486"/>
            </a:gdLst>
            <a:ahLst/>
            <a:cxnLst>
              <a:cxn ang="0">
                <a:pos x="csX0" y="csY0"/>
              </a:cxn>
              <a:cxn ang="0">
                <a:pos x="csX1" y="csY1"/>
              </a:cxn>
              <a:cxn ang="0">
                <a:pos x="csX2" y="csY2"/>
              </a:cxn>
              <a:cxn ang="0">
                <a:pos x="csX3" y="csY3"/>
              </a:cxn>
              <a:cxn ang="0">
                <a:pos x="csX4" y="csY4"/>
              </a:cxn>
            </a:cxnLst>
            <a:rect l="l" t="t" r="r" b="b"/>
            <a:pathLst>
              <a:path w="5730033" h="2819486">
                <a:moveTo>
                  <a:pt x="0" y="0"/>
                </a:moveTo>
                <a:lnTo>
                  <a:pt x="5730033" y="0"/>
                </a:lnTo>
                <a:lnTo>
                  <a:pt x="5730033" y="1801289"/>
                </a:lnTo>
                <a:lnTo>
                  <a:pt x="5041855" y="2819486"/>
                </a:lnTo>
                <a:lnTo>
                  <a:pt x="0" y="2819486"/>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2" name="Platshållare för text 2">
            <a:extLst>
              <a:ext uri="{FF2B5EF4-FFF2-40B4-BE49-F238E27FC236}">
                <a16:creationId xmlns:a16="http://schemas.microsoft.com/office/drawing/2014/main" id="{4355A54C-3257-683F-B484-D8A35AB23B5C}"/>
              </a:ext>
            </a:extLst>
          </p:cNvPr>
          <p:cNvSpPr>
            <a:spLocks noGrp="1"/>
          </p:cNvSpPr>
          <p:nvPr>
            <p:ph type="body" sz="quarter" idx="14"/>
          </p:nvPr>
        </p:nvSpPr>
        <p:spPr>
          <a:xfrm>
            <a:off x="371474" y="2171699"/>
            <a:ext cx="4723200" cy="39941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0" name="Text Placeholder 12">
            <a:extLst>
              <a:ext uri="{FF2B5EF4-FFF2-40B4-BE49-F238E27FC236}">
                <a16:creationId xmlns:a16="http://schemas.microsoft.com/office/drawing/2014/main" id="{1D438BA2-A2A9-A8DA-9DF1-DB2F4C30C9B1}"/>
              </a:ext>
            </a:extLst>
          </p:cNvPr>
          <p:cNvSpPr>
            <a:spLocks noGrp="1"/>
          </p:cNvSpPr>
          <p:nvPr>
            <p:ph type="body" sz="quarter" idx="17" hasCustomPrompt="1"/>
          </p:nvPr>
        </p:nvSpPr>
        <p:spPr bwMode="black">
          <a:xfrm>
            <a:off x="10521351" y="6434927"/>
            <a:ext cx="1295999" cy="288661"/>
          </a:xfr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en-GB"/>
              <a:t> </a:t>
            </a:r>
            <a:endParaRPr lang="en-GB" dirty="0"/>
          </a:p>
        </p:txBody>
      </p:sp>
    </p:spTree>
    <p:extLst>
      <p:ext uri="{BB962C8B-B14F-4D97-AF65-F5344CB8AC3E}">
        <p14:creationId xmlns:p14="http://schemas.microsoft.com/office/powerpoint/2010/main" val="4052391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bilder">
    <p:bg>
      <p:bgPr>
        <a:solidFill>
          <a:schemeClr val="tx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E6243C1-6DE5-B914-4666-FF9807051702}"/>
              </a:ext>
            </a:extLst>
          </p:cNvPr>
          <p:cNvSpPr>
            <a:spLocks noGrp="1"/>
          </p:cNvSpPr>
          <p:nvPr>
            <p:ph type="dt" sz="half" idx="10"/>
          </p:nvPr>
        </p:nvSpPr>
        <p:spPr>
          <a:xfrm>
            <a:off x="6149975" y="6496847"/>
            <a:ext cx="1773238" cy="107948"/>
          </a:xfrm>
          <a:prstGeom prst="rect">
            <a:avLst/>
          </a:prstGeom>
        </p:spPr>
        <p:txBody>
          <a:bodyPr/>
          <a:lstStyle>
            <a:lvl1pPr>
              <a:defRPr>
                <a:solidFill>
                  <a:schemeClr val="bg1"/>
                </a:solidFill>
              </a:defRPr>
            </a:lvl1pPr>
          </a:lstStyle>
          <a:p>
            <a:fld id="{FCDBA5AB-0444-4B17-A72B-1A937531119B}" type="datetime1">
              <a:rPr lang="sv-SE" smtClean="0"/>
              <a:pPr/>
              <a:t>2026-05-13</a:t>
            </a:fld>
            <a:endParaRPr lang="sv-SE" dirty="0"/>
          </a:p>
        </p:txBody>
      </p:sp>
      <p:sp>
        <p:nvSpPr>
          <p:cNvPr id="5" name="Footer Placeholder 4">
            <a:extLst>
              <a:ext uri="{FF2B5EF4-FFF2-40B4-BE49-F238E27FC236}">
                <a16:creationId xmlns:a16="http://schemas.microsoft.com/office/drawing/2014/main" id="{DF0C4FE5-D304-37E7-3182-40CD9D5B6746}"/>
              </a:ext>
            </a:extLst>
          </p:cNvPr>
          <p:cNvSpPr>
            <a:spLocks noGrp="1"/>
          </p:cNvSpPr>
          <p:nvPr>
            <p:ph type="ftr" sz="quarter" idx="11"/>
          </p:nvPr>
        </p:nvSpPr>
        <p:spPr>
          <a:xfrm>
            <a:off x="1843405" y="6502401"/>
            <a:ext cx="2260600" cy="107948"/>
          </a:xfrm>
          <a:prstGeom prst="rect">
            <a:avLst/>
          </a:prstGeom>
        </p:spPr>
        <p:txBody>
          <a:bodyPr/>
          <a:lstStyle>
            <a:lvl1pPr>
              <a:defRPr>
                <a:solidFill>
                  <a:schemeClr val="bg1"/>
                </a:solidFill>
              </a:defRPr>
            </a:lvl1pPr>
          </a:lstStyle>
          <a:p>
            <a:r>
              <a:rPr lang="sv-SE"/>
              <a:t>Presentationens titel</a:t>
            </a:r>
            <a:endParaRPr lang="sv-SE" dirty="0"/>
          </a:p>
        </p:txBody>
      </p:sp>
      <p:sp>
        <p:nvSpPr>
          <p:cNvPr id="6" name="Slide Number Placeholder 5">
            <a:extLst>
              <a:ext uri="{FF2B5EF4-FFF2-40B4-BE49-F238E27FC236}">
                <a16:creationId xmlns:a16="http://schemas.microsoft.com/office/drawing/2014/main" id="{A5EA2120-0087-ED34-7E47-BB431D061F3C}"/>
              </a:ext>
            </a:extLst>
          </p:cNvPr>
          <p:cNvSpPr>
            <a:spLocks noGrp="1"/>
          </p:cNvSpPr>
          <p:nvPr>
            <p:ph type="sldNum" sz="quarter" idx="12"/>
          </p:nvPr>
        </p:nvSpPr>
        <p:spPr>
          <a:xfrm>
            <a:off x="377509" y="6499228"/>
            <a:ext cx="571500" cy="109535"/>
          </a:xfrm>
          <a:prstGeom prst="rect">
            <a:avLst/>
          </a:prstGeom>
        </p:spPr>
        <p:txBody>
          <a:bodyPr/>
          <a:lstStyle>
            <a:lvl1pPr>
              <a:defRPr>
                <a:solidFill>
                  <a:schemeClr val="bg1"/>
                </a:solidFill>
              </a:defRPr>
            </a:lvl1pPr>
          </a:lstStyle>
          <a:p>
            <a:fld id="{E6619F8C-5C5F-45C4-867D-26540600E532}" type="slidenum">
              <a:rPr lang="sv-SE" smtClean="0"/>
              <a:pPr/>
              <a:t>‹#›</a:t>
            </a:fld>
            <a:endParaRPr lang="sv-SE" dirty="0"/>
          </a:p>
        </p:txBody>
      </p:sp>
      <p:sp>
        <p:nvSpPr>
          <p:cNvPr id="12" name="Picture Placeholder 10">
            <a:extLst>
              <a:ext uri="{FF2B5EF4-FFF2-40B4-BE49-F238E27FC236}">
                <a16:creationId xmlns:a16="http://schemas.microsoft.com/office/drawing/2014/main" id="{5D4DD2B6-FBB9-6184-1CCE-926EB8372E45}"/>
              </a:ext>
            </a:extLst>
          </p:cNvPr>
          <p:cNvSpPr>
            <a:spLocks noGrp="1"/>
          </p:cNvSpPr>
          <p:nvPr>
            <p:ph type="pic" sz="quarter" idx="13"/>
          </p:nvPr>
        </p:nvSpPr>
        <p:spPr bwMode="white">
          <a:xfrm>
            <a:off x="6090492" y="339725"/>
            <a:ext cx="5724525" cy="2808000"/>
          </a:xfrm>
          <a:prstGeom prst="rect">
            <a:avLst/>
          </a:prstGeom>
          <a:noFill/>
        </p:spPr>
        <p:txBody>
          <a:bodyPr/>
          <a:lstStyle>
            <a:lvl1pPr>
              <a:buFontTx/>
              <a:buNone/>
              <a:defRPr sz="100">
                <a:noFill/>
              </a:defRPr>
            </a:lvl1pPr>
          </a:lstStyle>
          <a:p>
            <a:r>
              <a:rPr lang="sv-SE"/>
              <a:t>Klicka på ikonen för att lägga till en bild</a:t>
            </a:r>
            <a:endParaRPr lang="sv-SE" dirty="0"/>
          </a:p>
        </p:txBody>
      </p:sp>
      <p:sp>
        <p:nvSpPr>
          <p:cNvPr id="2" name="Picture Placeholder 10">
            <a:extLst>
              <a:ext uri="{FF2B5EF4-FFF2-40B4-BE49-F238E27FC236}">
                <a16:creationId xmlns:a16="http://schemas.microsoft.com/office/drawing/2014/main" id="{00F1650A-6695-8529-0346-716254DF805E}"/>
              </a:ext>
            </a:extLst>
          </p:cNvPr>
          <p:cNvSpPr>
            <a:spLocks noGrp="1"/>
          </p:cNvSpPr>
          <p:nvPr>
            <p:ph type="pic" sz="quarter" idx="16"/>
          </p:nvPr>
        </p:nvSpPr>
        <p:spPr bwMode="white">
          <a:xfrm>
            <a:off x="377508" y="339725"/>
            <a:ext cx="2656800" cy="5827718"/>
          </a:xfrm>
          <a:prstGeom prst="rect">
            <a:avLst/>
          </a:prstGeom>
          <a:noFill/>
        </p:spPr>
        <p:txBody>
          <a:bodyPr/>
          <a:lstStyle>
            <a:lvl1pPr>
              <a:buFontTx/>
              <a:buNone/>
              <a:defRPr sz="100">
                <a:noFill/>
              </a:defRPr>
            </a:lvl1pPr>
          </a:lstStyle>
          <a:p>
            <a:r>
              <a:rPr lang="sv-SE"/>
              <a:t>Klicka på ikonen för att lägga till en bild</a:t>
            </a:r>
            <a:endParaRPr lang="sv-SE" dirty="0"/>
          </a:p>
        </p:txBody>
      </p:sp>
      <p:sp>
        <p:nvSpPr>
          <p:cNvPr id="3" name="Picture Placeholder 10">
            <a:extLst>
              <a:ext uri="{FF2B5EF4-FFF2-40B4-BE49-F238E27FC236}">
                <a16:creationId xmlns:a16="http://schemas.microsoft.com/office/drawing/2014/main" id="{C9BFA7D9-6367-D23D-2A8C-7103A5FFC306}"/>
              </a:ext>
            </a:extLst>
          </p:cNvPr>
          <p:cNvSpPr>
            <a:spLocks noGrp="1"/>
          </p:cNvSpPr>
          <p:nvPr>
            <p:ph type="pic" sz="quarter" idx="17"/>
          </p:nvPr>
        </p:nvSpPr>
        <p:spPr bwMode="white">
          <a:xfrm>
            <a:off x="3232992" y="339725"/>
            <a:ext cx="2656800" cy="5827718"/>
          </a:xfrm>
          <a:prstGeom prst="rect">
            <a:avLst/>
          </a:prstGeom>
          <a:noFill/>
        </p:spPr>
        <p:txBody>
          <a:bodyPr/>
          <a:lstStyle>
            <a:lvl1pPr>
              <a:buFontTx/>
              <a:buNone/>
              <a:defRPr sz="100">
                <a:noFill/>
              </a:defRPr>
            </a:lvl1pPr>
          </a:lstStyle>
          <a:p>
            <a:r>
              <a:rPr lang="sv-SE"/>
              <a:t>Klicka på ikonen för att lägga till en bild</a:t>
            </a:r>
            <a:endParaRPr lang="sv-SE" dirty="0"/>
          </a:p>
        </p:txBody>
      </p:sp>
      <p:sp>
        <p:nvSpPr>
          <p:cNvPr id="7" name="Picture Placeholder 6">
            <a:extLst>
              <a:ext uri="{FF2B5EF4-FFF2-40B4-BE49-F238E27FC236}">
                <a16:creationId xmlns:a16="http://schemas.microsoft.com/office/drawing/2014/main" id="{A985E568-DCC8-F90B-1077-454C403B4282}"/>
              </a:ext>
            </a:extLst>
          </p:cNvPr>
          <p:cNvSpPr>
            <a:spLocks noGrp="1"/>
          </p:cNvSpPr>
          <p:nvPr>
            <p:ph type="pic" sz="quarter" idx="15"/>
          </p:nvPr>
        </p:nvSpPr>
        <p:spPr bwMode="white">
          <a:xfrm>
            <a:off x="6090493" y="3347957"/>
            <a:ext cx="5730033" cy="2819486"/>
          </a:xfrm>
          <a:custGeom>
            <a:avLst/>
            <a:gdLst>
              <a:gd name="csX0" fmla="*/ 0 w 5730033"/>
              <a:gd name="csY0" fmla="*/ 0 h 2819486"/>
              <a:gd name="csX1" fmla="*/ 5730033 w 5730033"/>
              <a:gd name="csY1" fmla="*/ 0 h 2819486"/>
              <a:gd name="csX2" fmla="*/ 5730033 w 5730033"/>
              <a:gd name="csY2" fmla="*/ 1801289 h 2819486"/>
              <a:gd name="csX3" fmla="*/ 5041855 w 5730033"/>
              <a:gd name="csY3" fmla="*/ 2819486 h 2819486"/>
              <a:gd name="csX4" fmla="*/ 0 w 5730033"/>
              <a:gd name="csY4" fmla="*/ 2819486 h 2819486"/>
            </a:gdLst>
            <a:ahLst/>
            <a:cxnLst>
              <a:cxn ang="0">
                <a:pos x="csX0" y="csY0"/>
              </a:cxn>
              <a:cxn ang="0">
                <a:pos x="csX1" y="csY1"/>
              </a:cxn>
              <a:cxn ang="0">
                <a:pos x="csX2" y="csY2"/>
              </a:cxn>
              <a:cxn ang="0">
                <a:pos x="csX3" y="csY3"/>
              </a:cxn>
              <a:cxn ang="0">
                <a:pos x="csX4" y="csY4"/>
              </a:cxn>
            </a:cxnLst>
            <a:rect l="l" t="t" r="r" b="b"/>
            <a:pathLst>
              <a:path w="5730033" h="2819486">
                <a:moveTo>
                  <a:pt x="0" y="0"/>
                </a:moveTo>
                <a:lnTo>
                  <a:pt x="5730033" y="0"/>
                </a:lnTo>
                <a:lnTo>
                  <a:pt x="5730033" y="1801289"/>
                </a:lnTo>
                <a:lnTo>
                  <a:pt x="5041855" y="2819486"/>
                </a:lnTo>
                <a:lnTo>
                  <a:pt x="0" y="2819486"/>
                </a:lnTo>
                <a:close/>
              </a:path>
            </a:pathLst>
          </a:custGeom>
          <a:no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9" name="Text Placeholder 12">
            <a:extLst>
              <a:ext uri="{FF2B5EF4-FFF2-40B4-BE49-F238E27FC236}">
                <a16:creationId xmlns:a16="http://schemas.microsoft.com/office/drawing/2014/main" id="{414A88F6-BC09-060F-E09F-CB8C7A08408F}"/>
              </a:ext>
            </a:extLst>
          </p:cNvPr>
          <p:cNvSpPr>
            <a:spLocks noGrp="1"/>
          </p:cNvSpPr>
          <p:nvPr>
            <p:ph type="body" sz="quarter" idx="14" hasCustomPrompt="1"/>
          </p:nvPr>
        </p:nvSpPr>
        <p:spPr bwMode="black">
          <a:xfrm>
            <a:off x="10521351" y="6434927"/>
            <a:ext cx="1295999" cy="288661"/>
          </a:xfr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en-GB"/>
              <a:t> </a:t>
            </a:r>
            <a:endParaRPr lang="en-GB" dirty="0"/>
          </a:p>
        </p:txBody>
      </p:sp>
    </p:spTree>
    <p:extLst>
      <p:ext uri="{BB962C8B-B14F-4D97-AF65-F5344CB8AC3E}">
        <p14:creationId xmlns:p14="http://schemas.microsoft.com/office/powerpoint/2010/main" val="18718626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ubrik och innehåll">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E6243C1-6DE5-B914-4666-FF9807051702}"/>
              </a:ext>
            </a:extLst>
          </p:cNvPr>
          <p:cNvSpPr>
            <a:spLocks noGrp="1"/>
          </p:cNvSpPr>
          <p:nvPr>
            <p:ph type="dt" sz="half" idx="10"/>
          </p:nvPr>
        </p:nvSpPr>
        <p:spPr>
          <a:xfrm>
            <a:off x="6149975" y="6496847"/>
            <a:ext cx="1773238" cy="107948"/>
          </a:xfrm>
          <a:prstGeom prst="rect">
            <a:avLst/>
          </a:prstGeom>
        </p:spPr>
        <p:txBody>
          <a:bodyPr/>
          <a:lstStyle>
            <a:lvl1pPr>
              <a:defRPr>
                <a:solidFill>
                  <a:schemeClr val="accent1"/>
                </a:solidFill>
              </a:defRPr>
            </a:lvl1pPr>
          </a:lstStyle>
          <a:p>
            <a:fld id="{79424729-331E-4AE7-8C24-AAB630C8973D}" type="datetime1">
              <a:rPr lang="sv-SE" smtClean="0"/>
              <a:t>2026-05-13</a:t>
            </a:fld>
            <a:endParaRPr lang="sv-SE" dirty="0"/>
          </a:p>
        </p:txBody>
      </p:sp>
      <p:sp>
        <p:nvSpPr>
          <p:cNvPr id="5" name="Footer Placeholder 4">
            <a:extLst>
              <a:ext uri="{FF2B5EF4-FFF2-40B4-BE49-F238E27FC236}">
                <a16:creationId xmlns:a16="http://schemas.microsoft.com/office/drawing/2014/main" id="{DF0C4FE5-D304-37E7-3182-40CD9D5B6746}"/>
              </a:ext>
            </a:extLst>
          </p:cNvPr>
          <p:cNvSpPr>
            <a:spLocks noGrp="1"/>
          </p:cNvSpPr>
          <p:nvPr>
            <p:ph type="ftr" sz="quarter" idx="11"/>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6" name="Slide Number Placeholder 5">
            <a:extLst>
              <a:ext uri="{FF2B5EF4-FFF2-40B4-BE49-F238E27FC236}">
                <a16:creationId xmlns:a16="http://schemas.microsoft.com/office/drawing/2014/main" id="{A5EA2120-0087-ED34-7E47-BB431D061F3C}"/>
              </a:ext>
            </a:extLst>
          </p:cNvPr>
          <p:cNvSpPr>
            <a:spLocks noGrp="1"/>
          </p:cNvSpPr>
          <p:nvPr>
            <p:ph type="sldNum" sz="quarter" idx="12"/>
          </p:nvPr>
        </p:nvSpPr>
        <p:spPr>
          <a:xfrm>
            <a:off x="377509" y="6499228"/>
            <a:ext cx="571500" cy="109535"/>
          </a:xfrm>
          <a:prstGeom prst="rect">
            <a:avLst/>
          </a:prstGeom>
        </p:spPr>
        <p:txBody>
          <a:bodyPr/>
          <a:lstStyle>
            <a:lvl1pPr>
              <a:defRPr>
                <a:solidFill>
                  <a:schemeClr val="accent1"/>
                </a:solidFill>
              </a:defRPr>
            </a:lvl1pPr>
          </a:lstStyle>
          <a:p>
            <a:fld id="{E6619F8C-5C5F-45C4-867D-26540600E532}" type="slidenum">
              <a:rPr lang="sv-SE" smtClean="0"/>
              <a:pPr/>
              <a:t>‹#›</a:t>
            </a:fld>
            <a:endParaRPr lang="sv-SE" dirty="0"/>
          </a:p>
        </p:txBody>
      </p:sp>
      <p:sp>
        <p:nvSpPr>
          <p:cNvPr id="8" name="Title 7">
            <a:extLst>
              <a:ext uri="{FF2B5EF4-FFF2-40B4-BE49-F238E27FC236}">
                <a16:creationId xmlns:a16="http://schemas.microsoft.com/office/drawing/2014/main" id="{ABD12C19-A645-57AB-3E3C-8613864CA33E}"/>
              </a:ext>
            </a:extLst>
          </p:cNvPr>
          <p:cNvSpPr>
            <a:spLocks noGrp="1"/>
          </p:cNvSpPr>
          <p:nvPr>
            <p:ph type="title"/>
          </p:nvPr>
        </p:nvSpPr>
        <p:spPr>
          <a:xfrm>
            <a:off x="377509" y="339725"/>
            <a:ext cx="10152854" cy="1159676"/>
          </a:xfrm>
          <a:prstGeom prst="rect">
            <a:avLst/>
          </a:prstGeom>
        </p:spPr>
        <p:txBody>
          <a:bodyPr/>
          <a:lstStyle/>
          <a:p>
            <a:r>
              <a:rPr lang="sv-SE"/>
              <a:t>Klicka här för att ändra mall för rubrikformat</a:t>
            </a:r>
            <a:endParaRPr lang="sv-SE" dirty="0"/>
          </a:p>
        </p:txBody>
      </p:sp>
      <p:sp>
        <p:nvSpPr>
          <p:cNvPr id="7" name="Platshållare för innehåll 6">
            <a:extLst>
              <a:ext uri="{FF2B5EF4-FFF2-40B4-BE49-F238E27FC236}">
                <a16:creationId xmlns:a16="http://schemas.microsoft.com/office/drawing/2014/main" id="{6F309498-41EB-2599-7267-A09D2C567A9A}"/>
              </a:ext>
            </a:extLst>
          </p:cNvPr>
          <p:cNvSpPr>
            <a:spLocks noGrp="1"/>
          </p:cNvSpPr>
          <p:nvPr>
            <p:ph sz="quarter" idx="13"/>
          </p:nvPr>
        </p:nvSpPr>
        <p:spPr>
          <a:xfrm>
            <a:off x="377509" y="1811338"/>
            <a:ext cx="10152854" cy="4354513"/>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pic>
        <p:nvPicPr>
          <p:cNvPr id="3" name="Bild 2">
            <a:extLst>
              <a:ext uri="{FF2B5EF4-FFF2-40B4-BE49-F238E27FC236}">
                <a16:creationId xmlns:a16="http://schemas.microsoft.com/office/drawing/2014/main" id="{43112935-0D03-DE2A-4566-702A1DACC89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2898855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vå dela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E6243C1-6DE5-B914-4666-FF9807051702}"/>
              </a:ext>
            </a:extLst>
          </p:cNvPr>
          <p:cNvSpPr>
            <a:spLocks noGrp="1"/>
          </p:cNvSpPr>
          <p:nvPr>
            <p:ph type="dt" sz="half" idx="10"/>
          </p:nvPr>
        </p:nvSpPr>
        <p:spPr>
          <a:xfrm>
            <a:off x="6149975" y="6496847"/>
            <a:ext cx="1773238" cy="107948"/>
          </a:xfrm>
          <a:prstGeom prst="rect">
            <a:avLst/>
          </a:prstGeom>
        </p:spPr>
        <p:txBody>
          <a:bodyPr/>
          <a:lstStyle>
            <a:lvl1pPr>
              <a:defRPr>
                <a:solidFill>
                  <a:schemeClr val="accent1"/>
                </a:solidFill>
              </a:defRPr>
            </a:lvl1pPr>
          </a:lstStyle>
          <a:p>
            <a:fld id="{D69B53CD-4D42-4C75-9ADC-DBD34BDEB5A2}" type="datetime1">
              <a:rPr lang="sv-SE" smtClean="0"/>
              <a:t>2026-05-13</a:t>
            </a:fld>
            <a:endParaRPr lang="sv-SE" dirty="0"/>
          </a:p>
        </p:txBody>
      </p:sp>
      <p:sp>
        <p:nvSpPr>
          <p:cNvPr id="5" name="Footer Placeholder 4">
            <a:extLst>
              <a:ext uri="{FF2B5EF4-FFF2-40B4-BE49-F238E27FC236}">
                <a16:creationId xmlns:a16="http://schemas.microsoft.com/office/drawing/2014/main" id="{DF0C4FE5-D304-37E7-3182-40CD9D5B6746}"/>
              </a:ext>
            </a:extLst>
          </p:cNvPr>
          <p:cNvSpPr>
            <a:spLocks noGrp="1"/>
          </p:cNvSpPr>
          <p:nvPr>
            <p:ph type="ftr" sz="quarter" idx="11"/>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6" name="Slide Number Placeholder 5">
            <a:extLst>
              <a:ext uri="{FF2B5EF4-FFF2-40B4-BE49-F238E27FC236}">
                <a16:creationId xmlns:a16="http://schemas.microsoft.com/office/drawing/2014/main" id="{A5EA2120-0087-ED34-7E47-BB431D061F3C}"/>
              </a:ext>
            </a:extLst>
          </p:cNvPr>
          <p:cNvSpPr>
            <a:spLocks noGrp="1"/>
          </p:cNvSpPr>
          <p:nvPr>
            <p:ph type="sldNum" sz="quarter" idx="12"/>
          </p:nvPr>
        </p:nvSpPr>
        <p:spPr>
          <a:xfrm>
            <a:off x="377509" y="6499228"/>
            <a:ext cx="571500" cy="109535"/>
          </a:xfrm>
          <a:prstGeom prst="rect">
            <a:avLst/>
          </a:prstGeom>
        </p:spPr>
        <p:txBody>
          <a:bodyPr/>
          <a:lstStyle>
            <a:lvl1pPr>
              <a:defRPr>
                <a:solidFill>
                  <a:schemeClr val="accent1"/>
                </a:solidFill>
              </a:defRPr>
            </a:lvl1pPr>
          </a:lstStyle>
          <a:p>
            <a:fld id="{E6619F8C-5C5F-45C4-867D-26540600E532}" type="slidenum">
              <a:rPr lang="sv-SE" smtClean="0"/>
              <a:pPr/>
              <a:t>‹#›</a:t>
            </a:fld>
            <a:endParaRPr lang="sv-SE" dirty="0"/>
          </a:p>
        </p:txBody>
      </p:sp>
      <p:sp>
        <p:nvSpPr>
          <p:cNvPr id="8" name="Title 7">
            <a:extLst>
              <a:ext uri="{FF2B5EF4-FFF2-40B4-BE49-F238E27FC236}">
                <a16:creationId xmlns:a16="http://schemas.microsoft.com/office/drawing/2014/main" id="{3ABF1AFB-6841-B75B-E001-96FFD59D5143}"/>
              </a:ext>
            </a:extLst>
          </p:cNvPr>
          <p:cNvSpPr>
            <a:spLocks noGrp="1"/>
          </p:cNvSpPr>
          <p:nvPr>
            <p:ph type="title"/>
          </p:nvPr>
        </p:nvSpPr>
        <p:spPr>
          <a:xfrm>
            <a:off x="377509" y="339725"/>
            <a:ext cx="10152854" cy="1159676"/>
          </a:xfrm>
          <a:prstGeom prst="rect">
            <a:avLst/>
          </a:prstGeom>
        </p:spPr>
        <p:txBody>
          <a:bodyPr/>
          <a:lstStyle/>
          <a:p>
            <a:r>
              <a:rPr lang="sv-SE"/>
              <a:t>Klicka här för att ändra mall för rubrikformat</a:t>
            </a:r>
            <a:endParaRPr lang="sv-SE" dirty="0"/>
          </a:p>
        </p:txBody>
      </p:sp>
      <p:sp>
        <p:nvSpPr>
          <p:cNvPr id="2" name="Platshållare för innehåll 6">
            <a:extLst>
              <a:ext uri="{FF2B5EF4-FFF2-40B4-BE49-F238E27FC236}">
                <a16:creationId xmlns:a16="http://schemas.microsoft.com/office/drawing/2014/main" id="{36222D1A-ADD1-0DFB-CAE2-99622195D177}"/>
              </a:ext>
            </a:extLst>
          </p:cNvPr>
          <p:cNvSpPr>
            <a:spLocks noGrp="1"/>
          </p:cNvSpPr>
          <p:nvPr>
            <p:ph sz="quarter" idx="14"/>
          </p:nvPr>
        </p:nvSpPr>
        <p:spPr>
          <a:xfrm>
            <a:off x="377509" y="1811338"/>
            <a:ext cx="4860000" cy="4354511"/>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9" name="Platshållare för innehåll 6">
            <a:extLst>
              <a:ext uri="{FF2B5EF4-FFF2-40B4-BE49-F238E27FC236}">
                <a16:creationId xmlns:a16="http://schemas.microsoft.com/office/drawing/2014/main" id="{B81E3779-8F4C-87C3-000B-B21804EA6458}"/>
              </a:ext>
            </a:extLst>
          </p:cNvPr>
          <p:cNvSpPr>
            <a:spLocks noGrp="1"/>
          </p:cNvSpPr>
          <p:nvPr>
            <p:ph sz="quarter" idx="15"/>
          </p:nvPr>
        </p:nvSpPr>
        <p:spPr>
          <a:xfrm>
            <a:off x="5670553" y="1811338"/>
            <a:ext cx="4860000" cy="4354513"/>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pic>
        <p:nvPicPr>
          <p:cNvPr id="7" name="Bild 6">
            <a:extLst>
              <a:ext uri="{FF2B5EF4-FFF2-40B4-BE49-F238E27FC236}">
                <a16:creationId xmlns:a16="http://schemas.microsoft.com/office/drawing/2014/main" id="{163CA4D0-694D-8699-DE75-0E3D83FA4D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1839421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på svart och vinklad bild">
    <p:bg>
      <p:bgPr>
        <a:solidFill>
          <a:schemeClr val="tx2"/>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9B1EFA47-C1FF-0BFD-E2C2-6C9FE2FB1545}"/>
              </a:ext>
            </a:extLst>
          </p:cNvPr>
          <p:cNvSpPr>
            <a:spLocks noGrp="1"/>
          </p:cNvSpPr>
          <p:nvPr>
            <p:ph type="pic" sz="quarter" idx="13"/>
          </p:nvPr>
        </p:nvSpPr>
        <p:spPr bwMode="white">
          <a:xfrm>
            <a:off x="3714750" y="0"/>
            <a:ext cx="8477250" cy="6858000"/>
          </a:xfrm>
          <a:custGeom>
            <a:avLst/>
            <a:gdLst>
              <a:gd name="csX0" fmla="*/ 4703536 w 8477250"/>
              <a:gd name="csY0" fmla="*/ 0 h 6862535"/>
              <a:gd name="csX1" fmla="*/ 8477250 w 8477250"/>
              <a:gd name="csY1" fmla="*/ 4535 h 6862535"/>
              <a:gd name="csX2" fmla="*/ 8477250 w 8477250"/>
              <a:gd name="csY2" fmla="*/ 6862535 h 6862535"/>
              <a:gd name="csX3" fmla="*/ 0 w 8477250"/>
              <a:gd name="csY3" fmla="*/ 6862535 h 6862535"/>
            </a:gdLst>
            <a:ahLst/>
            <a:cxnLst>
              <a:cxn ang="0">
                <a:pos x="csX0" y="csY0"/>
              </a:cxn>
              <a:cxn ang="0">
                <a:pos x="csX1" y="csY1"/>
              </a:cxn>
              <a:cxn ang="0">
                <a:pos x="csX2" y="csY2"/>
              </a:cxn>
              <a:cxn ang="0">
                <a:pos x="csX3" y="csY3"/>
              </a:cxn>
            </a:cxnLst>
            <a:rect l="l" t="t" r="r" b="b"/>
            <a:pathLst>
              <a:path w="8477250" h="6862535">
                <a:moveTo>
                  <a:pt x="4703536" y="0"/>
                </a:moveTo>
                <a:lnTo>
                  <a:pt x="8477250" y="4535"/>
                </a:lnTo>
                <a:lnTo>
                  <a:pt x="8477250" y="6862535"/>
                </a:lnTo>
                <a:lnTo>
                  <a:pt x="0" y="6862535"/>
                </a:lnTo>
                <a:close/>
              </a:path>
            </a:pathLst>
          </a:custGeom>
          <a:solidFill>
            <a:schemeClr val="accent1"/>
          </a:solidFill>
          <a:ln w="3175">
            <a:noFill/>
          </a:ln>
        </p:spPr>
        <p:txBody>
          <a:bodyPr wrap="square">
            <a:noAutofit/>
          </a:bodyPr>
          <a:lstStyle>
            <a:lvl1pPr>
              <a:buFontTx/>
              <a:buNone/>
              <a:defRPr sz="100">
                <a:noFill/>
              </a:defRPr>
            </a:lvl1pPr>
          </a:lstStyle>
          <a:p>
            <a:r>
              <a:rPr lang="sv-SE"/>
              <a:t>Klicka på ikonen för att lägga till en bild</a:t>
            </a:r>
            <a:endParaRPr lang="en-GB" dirty="0"/>
          </a:p>
        </p:txBody>
      </p:sp>
      <p:sp>
        <p:nvSpPr>
          <p:cNvPr id="24" name="Text Placeholder 23">
            <a:extLst>
              <a:ext uri="{FF2B5EF4-FFF2-40B4-BE49-F238E27FC236}">
                <a16:creationId xmlns:a16="http://schemas.microsoft.com/office/drawing/2014/main" id="{788BF058-9027-E5C7-85A4-A4C03A733B6A}"/>
              </a:ext>
            </a:extLst>
          </p:cNvPr>
          <p:cNvSpPr>
            <a:spLocks noGrp="1"/>
          </p:cNvSpPr>
          <p:nvPr>
            <p:ph type="body" sz="quarter" idx="15"/>
          </p:nvPr>
        </p:nvSpPr>
        <p:spPr>
          <a:xfrm>
            <a:off x="377509" y="2171700"/>
            <a:ext cx="4019550" cy="3994150"/>
          </a:xfrm>
          <a:prstGeom prst="rect">
            <a:avLst/>
          </a:prstGeom>
        </p:spPr>
        <p:txBody>
          <a:bodyPr/>
          <a:lstStyle>
            <a:lvl1pPr marL="0" indent="0">
              <a:spcBef>
                <a:spcPts val="0"/>
              </a:spcBef>
              <a:spcAft>
                <a:spcPts val="0"/>
              </a:spcAft>
              <a:buNone/>
              <a:defRPr sz="3200" b="1" spc="-70" baseline="0">
                <a:solidFill>
                  <a:schemeClr val="bg1"/>
                </a:solidFill>
              </a:defRPr>
            </a:lvl1pPr>
          </a:lstStyle>
          <a:p>
            <a:pPr lvl="0"/>
            <a:r>
              <a:rPr lang="sv-SE"/>
              <a:t>Klicka här för att ändra format på bakgrundstexten</a:t>
            </a:r>
          </a:p>
        </p:txBody>
      </p:sp>
      <p:sp>
        <p:nvSpPr>
          <p:cNvPr id="4" name="Title 3">
            <a:extLst>
              <a:ext uri="{FF2B5EF4-FFF2-40B4-BE49-F238E27FC236}">
                <a16:creationId xmlns:a16="http://schemas.microsoft.com/office/drawing/2014/main" id="{27B763B8-0C3F-E63D-0730-8FE3F6633134}"/>
              </a:ext>
            </a:extLst>
          </p:cNvPr>
          <p:cNvSpPr>
            <a:spLocks noGrp="1"/>
          </p:cNvSpPr>
          <p:nvPr>
            <p:ph type="title"/>
          </p:nvPr>
        </p:nvSpPr>
        <p:spPr>
          <a:xfrm>
            <a:off x="377509" y="339725"/>
            <a:ext cx="4723200" cy="1159676"/>
          </a:xfrm>
          <a:prstGeom prst="rect">
            <a:avLst/>
          </a:prstGeom>
        </p:spPr>
        <p:txBody>
          <a:bodyPr/>
          <a:lstStyle>
            <a:lvl1pPr>
              <a:defRPr>
                <a:solidFill>
                  <a:schemeClr val="accent2"/>
                </a:solidFill>
              </a:defRPr>
            </a:lvl1pPr>
          </a:lstStyle>
          <a:p>
            <a:r>
              <a:rPr lang="sv-SE"/>
              <a:t>Klicka här för att ändra mall för rubrikformat</a:t>
            </a:r>
            <a:endParaRPr lang="sv-SE" dirty="0"/>
          </a:p>
        </p:txBody>
      </p:sp>
      <p:sp>
        <p:nvSpPr>
          <p:cNvPr id="2" name="Date Placeholder 1">
            <a:extLst>
              <a:ext uri="{FF2B5EF4-FFF2-40B4-BE49-F238E27FC236}">
                <a16:creationId xmlns:a16="http://schemas.microsoft.com/office/drawing/2014/main" id="{83D559C8-B41B-4CF9-49DA-F321F94E6EFB}"/>
              </a:ext>
            </a:extLst>
          </p:cNvPr>
          <p:cNvSpPr>
            <a:spLocks noGrp="1"/>
          </p:cNvSpPr>
          <p:nvPr>
            <p:ph type="dt" sz="half" idx="16"/>
          </p:nvPr>
        </p:nvSpPr>
        <p:spPr>
          <a:xfrm>
            <a:off x="6149975" y="6496847"/>
            <a:ext cx="1773238" cy="107948"/>
          </a:xfrm>
          <a:prstGeom prst="rect">
            <a:avLst/>
          </a:prstGeom>
        </p:spPr>
        <p:txBody>
          <a:bodyPr/>
          <a:lstStyle>
            <a:lvl1pPr>
              <a:defRPr>
                <a:solidFill>
                  <a:schemeClr val="bg1"/>
                </a:solidFill>
              </a:defRPr>
            </a:lvl1pPr>
          </a:lstStyle>
          <a:p>
            <a:fld id="{CB615C31-7C58-4A5D-8124-D3F8DB5E8A9D}" type="datetime1">
              <a:rPr lang="sv-SE" smtClean="0"/>
              <a:t>2026-05-13</a:t>
            </a:fld>
            <a:endParaRPr lang="sv-SE" dirty="0"/>
          </a:p>
        </p:txBody>
      </p:sp>
      <p:sp>
        <p:nvSpPr>
          <p:cNvPr id="8" name="Footer Placeholder 7">
            <a:extLst>
              <a:ext uri="{FF2B5EF4-FFF2-40B4-BE49-F238E27FC236}">
                <a16:creationId xmlns:a16="http://schemas.microsoft.com/office/drawing/2014/main" id="{D68246AC-E7AE-182C-BCB0-2C197EDF446B}"/>
              </a:ext>
            </a:extLst>
          </p:cNvPr>
          <p:cNvSpPr>
            <a:spLocks noGrp="1"/>
          </p:cNvSpPr>
          <p:nvPr>
            <p:ph type="ftr" sz="quarter" idx="17"/>
          </p:nvPr>
        </p:nvSpPr>
        <p:spPr>
          <a:xfrm>
            <a:off x="1843405" y="6502401"/>
            <a:ext cx="2260600" cy="107948"/>
          </a:xfrm>
          <a:prstGeom prst="rect">
            <a:avLst/>
          </a:prstGeom>
        </p:spPr>
        <p:txBody>
          <a:bodyPr/>
          <a:lstStyle>
            <a:lvl1pPr>
              <a:defRPr>
                <a:solidFill>
                  <a:schemeClr val="bg1"/>
                </a:solidFill>
              </a:defRPr>
            </a:lvl1pPr>
          </a:lstStyle>
          <a:p>
            <a:r>
              <a:rPr lang="sv-SE"/>
              <a:t>Presentationens titel</a:t>
            </a:r>
            <a:endParaRPr lang="sv-SE" dirty="0"/>
          </a:p>
        </p:txBody>
      </p:sp>
      <p:sp>
        <p:nvSpPr>
          <p:cNvPr id="9" name="Slide Number Placeholder 8">
            <a:extLst>
              <a:ext uri="{FF2B5EF4-FFF2-40B4-BE49-F238E27FC236}">
                <a16:creationId xmlns:a16="http://schemas.microsoft.com/office/drawing/2014/main" id="{452576F0-49C2-B3DE-E6EC-E8F089C5834B}"/>
              </a:ext>
            </a:extLst>
          </p:cNvPr>
          <p:cNvSpPr>
            <a:spLocks noGrp="1"/>
          </p:cNvSpPr>
          <p:nvPr>
            <p:ph type="sldNum" sz="quarter" idx="18"/>
          </p:nvPr>
        </p:nvSpPr>
        <p:spPr>
          <a:xfrm>
            <a:off x="377509" y="6499228"/>
            <a:ext cx="571500" cy="109535"/>
          </a:xfrm>
          <a:prstGeom prst="rect">
            <a:avLst/>
          </a:prstGeom>
        </p:spPr>
        <p:txBody>
          <a:bodyPr/>
          <a:lstStyle>
            <a:lvl1pPr>
              <a:defRPr>
                <a:solidFill>
                  <a:schemeClr val="bg1"/>
                </a:solidFill>
              </a:defRPr>
            </a:lvl1pPr>
          </a:lstStyle>
          <a:p>
            <a:fld id="{AE086683-F536-42AB-ABBC-F4803DFE8DBC}" type="slidenum">
              <a:rPr lang="sv-SE" smtClean="0"/>
              <a:pPr/>
              <a:t>‹#›</a:t>
            </a:fld>
            <a:endParaRPr lang="sv-SE" dirty="0"/>
          </a:p>
        </p:txBody>
      </p:sp>
      <p:sp>
        <p:nvSpPr>
          <p:cNvPr id="5" name="Text Placeholder 12">
            <a:extLst>
              <a:ext uri="{FF2B5EF4-FFF2-40B4-BE49-F238E27FC236}">
                <a16:creationId xmlns:a16="http://schemas.microsoft.com/office/drawing/2014/main" id="{4F0B5DBC-9AE9-F81B-BB76-1ACB0C47A6DD}"/>
              </a:ext>
            </a:extLst>
          </p:cNvPr>
          <p:cNvSpPr>
            <a:spLocks noGrp="1"/>
          </p:cNvSpPr>
          <p:nvPr>
            <p:ph type="body" sz="quarter" idx="14" hasCustomPrompt="1"/>
          </p:nvPr>
        </p:nvSpPr>
        <p:spPr bwMode="black">
          <a:xfrm>
            <a:off x="10521351" y="6434927"/>
            <a:ext cx="1295999" cy="288661"/>
          </a:xfr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en-GB"/>
              <a:t> </a:t>
            </a:r>
            <a:endParaRPr lang="en-GB" dirty="0"/>
          </a:p>
        </p:txBody>
      </p:sp>
    </p:spTree>
    <p:extLst>
      <p:ext uri="{BB962C8B-B14F-4D97-AF65-F5344CB8AC3E}">
        <p14:creationId xmlns:p14="http://schemas.microsoft.com/office/powerpoint/2010/main" val="1744599551"/>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vinklade bilder">
    <p:bg>
      <p:bgPr>
        <a:solidFill>
          <a:schemeClr val="tx2"/>
        </a:solid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A313490C-9FA9-8484-05D0-BD05AADC29F2}"/>
              </a:ext>
            </a:extLst>
          </p:cNvPr>
          <p:cNvSpPr>
            <a:spLocks noGrp="1"/>
          </p:cNvSpPr>
          <p:nvPr>
            <p:ph type="pic" sz="quarter" idx="19"/>
          </p:nvPr>
        </p:nvSpPr>
        <p:spPr bwMode="white">
          <a:xfrm>
            <a:off x="0" y="0"/>
            <a:ext cx="8417580" cy="6858000"/>
          </a:xfrm>
          <a:custGeom>
            <a:avLst/>
            <a:gdLst>
              <a:gd name="csX0" fmla="*/ 0 w 8417580"/>
              <a:gd name="csY0" fmla="*/ 0 h 6858000"/>
              <a:gd name="csX1" fmla="*/ 8417580 w 8417580"/>
              <a:gd name="csY1" fmla="*/ 0 h 6858000"/>
              <a:gd name="csX2" fmla="*/ 8307874 w 8417580"/>
              <a:gd name="csY2" fmla="*/ 160987 h 6858000"/>
              <a:gd name="csX3" fmla="*/ 3714750 w 8417580"/>
              <a:gd name="csY3" fmla="*/ 6858000 h 6858000"/>
              <a:gd name="csX4" fmla="*/ 0 w 8417580"/>
              <a:gd name="csY4" fmla="*/ 6858000 h 6858000"/>
            </a:gdLst>
            <a:ahLst/>
            <a:cxnLst>
              <a:cxn ang="0">
                <a:pos x="csX0" y="csY0"/>
              </a:cxn>
              <a:cxn ang="0">
                <a:pos x="csX1" y="csY1"/>
              </a:cxn>
              <a:cxn ang="0">
                <a:pos x="csX2" y="csY2"/>
              </a:cxn>
              <a:cxn ang="0">
                <a:pos x="csX3" y="csY3"/>
              </a:cxn>
              <a:cxn ang="0">
                <a:pos x="csX4" y="csY4"/>
              </a:cxn>
            </a:cxnLst>
            <a:rect l="l" t="t" r="r" b="b"/>
            <a:pathLst>
              <a:path w="8417580" h="6858000">
                <a:moveTo>
                  <a:pt x="0" y="0"/>
                </a:moveTo>
                <a:lnTo>
                  <a:pt x="8417580" y="0"/>
                </a:lnTo>
                <a:lnTo>
                  <a:pt x="8307874" y="160987"/>
                </a:lnTo>
                <a:lnTo>
                  <a:pt x="3714750" y="6858000"/>
                </a:lnTo>
                <a:lnTo>
                  <a:pt x="0" y="6858000"/>
                </a:lnTo>
                <a:close/>
              </a:path>
            </a:pathLst>
          </a:custGeom>
          <a:solidFill>
            <a:schemeClr val="accent1"/>
          </a:solid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20" name="Picture Placeholder 19">
            <a:extLst>
              <a:ext uri="{FF2B5EF4-FFF2-40B4-BE49-F238E27FC236}">
                <a16:creationId xmlns:a16="http://schemas.microsoft.com/office/drawing/2014/main" id="{9B1EFA47-C1FF-0BFD-E2C2-6C9FE2FB1545}"/>
              </a:ext>
            </a:extLst>
          </p:cNvPr>
          <p:cNvSpPr>
            <a:spLocks noGrp="1"/>
          </p:cNvSpPr>
          <p:nvPr>
            <p:ph type="pic" sz="quarter" idx="13"/>
          </p:nvPr>
        </p:nvSpPr>
        <p:spPr bwMode="white">
          <a:xfrm>
            <a:off x="3714750" y="0"/>
            <a:ext cx="8477250" cy="6858000"/>
          </a:xfrm>
          <a:custGeom>
            <a:avLst/>
            <a:gdLst>
              <a:gd name="csX0" fmla="*/ 4703536 w 8477250"/>
              <a:gd name="csY0" fmla="*/ 0 h 6862535"/>
              <a:gd name="csX1" fmla="*/ 8477250 w 8477250"/>
              <a:gd name="csY1" fmla="*/ 4535 h 6862535"/>
              <a:gd name="csX2" fmla="*/ 8477250 w 8477250"/>
              <a:gd name="csY2" fmla="*/ 6862535 h 6862535"/>
              <a:gd name="csX3" fmla="*/ 0 w 8477250"/>
              <a:gd name="csY3" fmla="*/ 6862535 h 6862535"/>
            </a:gdLst>
            <a:ahLst/>
            <a:cxnLst>
              <a:cxn ang="0">
                <a:pos x="csX0" y="csY0"/>
              </a:cxn>
              <a:cxn ang="0">
                <a:pos x="csX1" y="csY1"/>
              </a:cxn>
              <a:cxn ang="0">
                <a:pos x="csX2" y="csY2"/>
              </a:cxn>
              <a:cxn ang="0">
                <a:pos x="csX3" y="csY3"/>
              </a:cxn>
            </a:cxnLst>
            <a:rect l="l" t="t" r="r" b="b"/>
            <a:pathLst>
              <a:path w="8477250" h="6862535">
                <a:moveTo>
                  <a:pt x="4703536" y="0"/>
                </a:moveTo>
                <a:lnTo>
                  <a:pt x="8477250" y="4535"/>
                </a:lnTo>
                <a:lnTo>
                  <a:pt x="8477250" y="6862535"/>
                </a:lnTo>
                <a:lnTo>
                  <a:pt x="0" y="6862535"/>
                </a:lnTo>
                <a:close/>
              </a:path>
            </a:pathLst>
          </a:custGeom>
          <a:solidFill>
            <a:schemeClr val="accent1"/>
          </a:solidFill>
          <a:ln w="3175">
            <a:noFill/>
          </a:ln>
        </p:spPr>
        <p:txBody>
          <a:bodyPr wrap="square">
            <a:noAutofit/>
          </a:bodyPr>
          <a:lstStyle>
            <a:lvl1pPr>
              <a:buFontTx/>
              <a:buNone/>
              <a:defRPr sz="100">
                <a:noFill/>
              </a:defRPr>
            </a:lvl1pPr>
          </a:lstStyle>
          <a:p>
            <a:r>
              <a:rPr lang="sv-SE"/>
              <a:t>Klicka på ikonen för att lägga till en bild</a:t>
            </a:r>
            <a:endParaRPr lang="en-GB" dirty="0"/>
          </a:p>
        </p:txBody>
      </p:sp>
      <p:sp>
        <p:nvSpPr>
          <p:cNvPr id="3" name="Date Placeholder 1">
            <a:extLst>
              <a:ext uri="{FF2B5EF4-FFF2-40B4-BE49-F238E27FC236}">
                <a16:creationId xmlns:a16="http://schemas.microsoft.com/office/drawing/2014/main" id="{B86E9126-DDF7-3717-1F36-C7603CFE5226}"/>
              </a:ext>
            </a:extLst>
          </p:cNvPr>
          <p:cNvSpPr>
            <a:spLocks noGrp="1"/>
          </p:cNvSpPr>
          <p:nvPr>
            <p:ph type="dt" sz="half" idx="16"/>
          </p:nvPr>
        </p:nvSpPr>
        <p:spPr>
          <a:xfrm>
            <a:off x="6149975" y="6496847"/>
            <a:ext cx="1773238" cy="107948"/>
          </a:xfrm>
          <a:prstGeom prst="rect">
            <a:avLst/>
          </a:prstGeom>
        </p:spPr>
        <p:txBody>
          <a:bodyPr/>
          <a:lstStyle>
            <a:lvl1pPr>
              <a:defRPr>
                <a:solidFill>
                  <a:schemeClr val="bg1"/>
                </a:solidFill>
              </a:defRPr>
            </a:lvl1pPr>
          </a:lstStyle>
          <a:p>
            <a:fld id="{CB615C31-7C58-4A5D-8124-D3F8DB5E8A9D}" type="datetime1">
              <a:rPr lang="sv-SE" smtClean="0"/>
              <a:t>2026-05-13</a:t>
            </a:fld>
            <a:endParaRPr lang="sv-SE" dirty="0"/>
          </a:p>
        </p:txBody>
      </p:sp>
      <p:sp>
        <p:nvSpPr>
          <p:cNvPr id="5" name="Footer Placeholder 7">
            <a:extLst>
              <a:ext uri="{FF2B5EF4-FFF2-40B4-BE49-F238E27FC236}">
                <a16:creationId xmlns:a16="http://schemas.microsoft.com/office/drawing/2014/main" id="{5EA86992-2980-C78D-0A11-7AA5620E4389}"/>
              </a:ext>
            </a:extLst>
          </p:cNvPr>
          <p:cNvSpPr>
            <a:spLocks noGrp="1"/>
          </p:cNvSpPr>
          <p:nvPr>
            <p:ph type="ftr" sz="quarter" idx="17"/>
          </p:nvPr>
        </p:nvSpPr>
        <p:spPr>
          <a:xfrm>
            <a:off x="1843405" y="6502401"/>
            <a:ext cx="2260600" cy="107948"/>
          </a:xfrm>
          <a:prstGeom prst="rect">
            <a:avLst/>
          </a:prstGeom>
        </p:spPr>
        <p:txBody>
          <a:bodyPr/>
          <a:lstStyle>
            <a:lvl1pPr>
              <a:defRPr>
                <a:solidFill>
                  <a:schemeClr val="bg1"/>
                </a:solidFill>
              </a:defRPr>
            </a:lvl1pPr>
          </a:lstStyle>
          <a:p>
            <a:r>
              <a:rPr lang="sv-SE"/>
              <a:t>Presentationens titel</a:t>
            </a:r>
            <a:endParaRPr lang="sv-SE" dirty="0"/>
          </a:p>
        </p:txBody>
      </p:sp>
      <p:sp>
        <p:nvSpPr>
          <p:cNvPr id="7" name="Slide Number Placeholder 8">
            <a:extLst>
              <a:ext uri="{FF2B5EF4-FFF2-40B4-BE49-F238E27FC236}">
                <a16:creationId xmlns:a16="http://schemas.microsoft.com/office/drawing/2014/main" id="{CD71DAE9-DAA8-DE8C-4484-E74911BA0A10}"/>
              </a:ext>
            </a:extLst>
          </p:cNvPr>
          <p:cNvSpPr>
            <a:spLocks noGrp="1"/>
          </p:cNvSpPr>
          <p:nvPr>
            <p:ph type="sldNum" sz="quarter" idx="18"/>
          </p:nvPr>
        </p:nvSpPr>
        <p:spPr>
          <a:xfrm>
            <a:off x="377509" y="6499228"/>
            <a:ext cx="571500" cy="109535"/>
          </a:xfrm>
          <a:prstGeom prst="rect">
            <a:avLst/>
          </a:prstGeom>
        </p:spPr>
        <p:txBody>
          <a:bodyPr/>
          <a:lstStyle>
            <a:lvl1pPr>
              <a:defRPr>
                <a:solidFill>
                  <a:schemeClr val="bg1"/>
                </a:solidFill>
              </a:defRPr>
            </a:lvl1pPr>
          </a:lstStyle>
          <a:p>
            <a:fld id="{AE086683-F536-42AB-ABBC-F4803DFE8DBC}" type="slidenum">
              <a:rPr lang="sv-SE" smtClean="0"/>
              <a:pPr/>
              <a:t>‹#›</a:t>
            </a:fld>
            <a:endParaRPr lang="sv-SE" dirty="0"/>
          </a:p>
        </p:txBody>
      </p:sp>
      <p:sp>
        <p:nvSpPr>
          <p:cNvPr id="2" name="Text Placeholder 12">
            <a:extLst>
              <a:ext uri="{FF2B5EF4-FFF2-40B4-BE49-F238E27FC236}">
                <a16:creationId xmlns:a16="http://schemas.microsoft.com/office/drawing/2014/main" id="{AFFA0E7A-C750-39C6-505A-3544D784913D}"/>
              </a:ext>
            </a:extLst>
          </p:cNvPr>
          <p:cNvSpPr>
            <a:spLocks noGrp="1"/>
          </p:cNvSpPr>
          <p:nvPr>
            <p:ph type="body" sz="quarter" idx="14" hasCustomPrompt="1"/>
          </p:nvPr>
        </p:nvSpPr>
        <p:spPr bwMode="black">
          <a:xfrm>
            <a:off x="10521351" y="6434927"/>
            <a:ext cx="1295999" cy="288661"/>
          </a:xfr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en-GB"/>
              <a:t> </a:t>
            </a:r>
            <a:endParaRPr lang="en-GB" dirty="0"/>
          </a:p>
        </p:txBody>
      </p:sp>
    </p:spTree>
    <p:extLst>
      <p:ext uri="{BB962C8B-B14F-4D97-AF65-F5344CB8AC3E}">
        <p14:creationId xmlns:p14="http://schemas.microsoft.com/office/powerpoint/2010/main" val="185578293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och vinklad bild höger">
    <p:bg>
      <p:bgPr>
        <a:solidFill>
          <a:schemeClr val="bg1"/>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9B1EFA47-C1FF-0BFD-E2C2-6C9FE2FB1545}"/>
              </a:ext>
            </a:extLst>
          </p:cNvPr>
          <p:cNvSpPr>
            <a:spLocks noGrp="1"/>
          </p:cNvSpPr>
          <p:nvPr>
            <p:ph type="pic" sz="quarter" idx="13"/>
          </p:nvPr>
        </p:nvSpPr>
        <p:spPr bwMode="white">
          <a:xfrm>
            <a:off x="3714750" y="0"/>
            <a:ext cx="8477250" cy="6858000"/>
          </a:xfrm>
          <a:custGeom>
            <a:avLst/>
            <a:gdLst>
              <a:gd name="csX0" fmla="*/ 4703536 w 8477250"/>
              <a:gd name="csY0" fmla="*/ 0 h 6862535"/>
              <a:gd name="csX1" fmla="*/ 8477250 w 8477250"/>
              <a:gd name="csY1" fmla="*/ 4535 h 6862535"/>
              <a:gd name="csX2" fmla="*/ 8477250 w 8477250"/>
              <a:gd name="csY2" fmla="*/ 6862535 h 6862535"/>
              <a:gd name="csX3" fmla="*/ 0 w 8477250"/>
              <a:gd name="csY3" fmla="*/ 6862535 h 6862535"/>
            </a:gdLst>
            <a:ahLst/>
            <a:cxnLst>
              <a:cxn ang="0">
                <a:pos x="csX0" y="csY0"/>
              </a:cxn>
              <a:cxn ang="0">
                <a:pos x="csX1" y="csY1"/>
              </a:cxn>
              <a:cxn ang="0">
                <a:pos x="csX2" y="csY2"/>
              </a:cxn>
              <a:cxn ang="0">
                <a:pos x="csX3" y="csY3"/>
              </a:cxn>
            </a:cxnLst>
            <a:rect l="l" t="t" r="r" b="b"/>
            <a:pathLst>
              <a:path w="8477250" h="6862535">
                <a:moveTo>
                  <a:pt x="4703536" y="0"/>
                </a:moveTo>
                <a:lnTo>
                  <a:pt x="8477250" y="4535"/>
                </a:lnTo>
                <a:lnTo>
                  <a:pt x="8477250" y="6862535"/>
                </a:lnTo>
                <a:lnTo>
                  <a:pt x="0" y="6862535"/>
                </a:lnTo>
                <a:close/>
              </a:path>
            </a:pathLst>
          </a:custGeom>
          <a:solidFill>
            <a:schemeClr val="accent1"/>
          </a:solidFill>
          <a:ln w="3175">
            <a:noFill/>
          </a:ln>
        </p:spPr>
        <p:txBody>
          <a:bodyPr wrap="square">
            <a:noAutofit/>
          </a:bodyPr>
          <a:lstStyle>
            <a:lvl1pPr>
              <a:buFontTx/>
              <a:buNone/>
              <a:defRPr sz="100">
                <a:noFill/>
              </a:defRPr>
            </a:lvl1pPr>
          </a:lstStyle>
          <a:p>
            <a:r>
              <a:rPr lang="sv-SE"/>
              <a:t>Klicka på ikonen för att lägga till en bild</a:t>
            </a:r>
            <a:endParaRPr lang="en-GB" dirty="0"/>
          </a:p>
        </p:txBody>
      </p:sp>
      <p:sp>
        <p:nvSpPr>
          <p:cNvPr id="24" name="Text Placeholder 23">
            <a:extLst>
              <a:ext uri="{FF2B5EF4-FFF2-40B4-BE49-F238E27FC236}">
                <a16:creationId xmlns:a16="http://schemas.microsoft.com/office/drawing/2014/main" id="{788BF058-9027-E5C7-85A4-A4C03A733B6A}"/>
              </a:ext>
            </a:extLst>
          </p:cNvPr>
          <p:cNvSpPr>
            <a:spLocks noGrp="1"/>
          </p:cNvSpPr>
          <p:nvPr>
            <p:ph type="body" sz="quarter" idx="15"/>
          </p:nvPr>
        </p:nvSpPr>
        <p:spPr>
          <a:xfrm>
            <a:off x="377509" y="2171700"/>
            <a:ext cx="5197791" cy="3994150"/>
          </a:xfrm>
          <a:prstGeom prst="rect">
            <a:avLst/>
          </a:prstGeom>
        </p:spPr>
        <p:txBody>
          <a:bodyPr/>
          <a:lstStyle>
            <a:lvl1pPr marL="0" indent="0">
              <a:spcBef>
                <a:spcPts val="0"/>
              </a:spcBef>
              <a:spcAft>
                <a:spcPts val="1200"/>
              </a:spcAft>
              <a:buNone/>
              <a:defRPr sz="2400" b="1" spc="-70" baseline="0">
                <a:solidFill>
                  <a:schemeClr val="tx1"/>
                </a:solidFill>
              </a:defRPr>
            </a:lvl1pPr>
          </a:lstStyle>
          <a:p>
            <a:pPr lvl="0"/>
            <a:r>
              <a:rPr lang="sv-SE"/>
              <a:t>Klicka här för att ändra format på bakgrundstexten</a:t>
            </a:r>
          </a:p>
        </p:txBody>
      </p:sp>
      <p:sp>
        <p:nvSpPr>
          <p:cNvPr id="4" name="Title 3">
            <a:extLst>
              <a:ext uri="{FF2B5EF4-FFF2-40B4-BE49-F238E27FC236}">
                <a16:creationId xmlns:a16="http://schemas.microsoft.com/office/drawing/2014/main" id="{27B763B8-0C3F-E63D-0730-8FE3F6633134}"/>
              </a:ext>
            </a:extLst>
          </p:cNvPr>
          <p:cNvSpPr>
            <a:spLocks noGrp="1"/>
          </p:cNvSpPr>
          <p:nvPr>
            <p:ph type="title"/>
          </p:nvPr>
        </p:nvSpPr>
        <p:spPr>
          <a:xfrm>
            <a:off x="377508" y="339725"/>
            <a:ext cx="5718491" cy="1468438"/>
          </a:xfrm>
          <a:prstGeom prst="rect">
            <a:avLst/>
          </a:prstGeom>
        </p:spPr>
        <p:txBody>
          <a:bodyPr/>
          <a:lstStyle>
            <a:lvl1pPr>
              <a:defRPr sz="4800">
                <a:solidFill>
                  <a:schemeClr val="accent1"/>
                </a:solidFill>
              </a:defRPr>
            </a:lvl1pPr>
          </a:lstStyle>
          <a:p>
            <a:r>
              <a:rPr lang="sv-SE"/>
              <a:t>Klicka här för att ändra mall för rubrikformat</a:t>
            </a:r>
            <a:endParaRPr lang="sv-SE" dirty="0"/>
          </a:p>
        </p:txBody>
      </p:sp>
      <p:sp>
        <p:nvSpPr>
          <p:cNvPr id="2" name="Date Placeholder 1">
            <a:extLst>
              <a:ext uri="{FF2B5EF4-FFF2-40B4-BE49-F238E27FC236}">
                <a16:creationId xmlns:a16="http://schemas.microsoft.com/office/drawing/2014/main" id="{14F56523-3D39-41FC-E1B2-7A9AD82703F2}"/>
              </a:ext>
            </a:extLst>
          </p:cNvPr>
          <p:cNvSpPr>
            <a:spLocks noGrp="1"/>
          </p:cNvSpPr>
          <p:nvPr>
            <p:ph type="dt" sz="half" idx="16"/>
          </p:nvPr>
        </p:nvSpPr>
        <p:spPr>
          <a:xfrm>
            <a:off x="6149975" y="6496847"/>
            <a:ext cx="1773238" cy="107948"/>
          </a:xfrm>
          <a:prstGeom prst="rect">
            <a:avLst/>
          </a:prstGeom>
        </p:spPr>
        <p:txBody>
          <a:bodyPr/>
          <a:lstStyle>
            <a:lvl1pPr>
              <a:defRPr>
                <a:solidFill>
                  <a:schemeClr val="bg1"/>
                </a:solidFill>
              </a:defRPr>
            </a:lvl1pPr>
          </a:lstStyle>
          <a:p>
            <a:fld id="{6A87E533-8C4F-40B6-961F-450FF774BC28}" type="datetime1">
              <a:rPr lang="sv-SE" smtClean="0"/>
              <a:t>2026-05-13</a:t>
            </a:fld>
            <a:endParaRPr lang="sv-SE" dirty="0"/>
          </a:p>
        </p:txBody>
      </p:sp>
      <p:sp>
        <p:nvSpPr>
          <p:cNvPr id="8" name="Footer Placeholder 7">
            <a:extLst>
              <a:ext uri="{FF2B5EF4-FFF2-40B4-BE49-F238E27FC236}">
                <a16:creationId xmlns:a16="http://schemas.microsoft.com/office/drawing/2014/main" id="{FB99C24A-EE25-E8BA-0170-6C47DFECCD79}"/>
              </a:ext>
            </a:extLst>
          </p:cNvPr>
          <p:cNvSpPr>
            <a:spLocks noGrp="1"/>
          </p:cNvSpPr>
          <p:nvPr>
            <p:ph type="ftr" sz="quarter" idx="17"/>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9" name="Slide Number Placeholder 8">
            <a:extLst>
              <a:ext uri="{FF2B5EF4-FFF2-40B4-BE49-F238E27FC236}">
                <a16:creationId xmlns:a16="http://schemas.microsoft.com/office/drawing/2014/main" id="{D7151FB0-BCF5-2D40-4253-EF773D98C6E7}"/>
              </a:ext>
            </a:extLst>
          </p:cNvPr>
          <p:cNvSpPr>
            <a:spLocks noGrp="1"/>
          </p:cNvSpPr>
          <p:nvPr>
            <p:ph type="sldNum" sz="quarter" idx="18"/>
          </p:nvPr>
        </p:nvSpPr>
        <p:spPr>
          <a:xfrm>
            <a:off x="377509" y="6499228"/>
            <a:ext cx="571500" cy="109535"/>
          </a:xfrm>
          <a:prstGeom prst="rect">
            <a:avLst/>
          </a:prstGeom>
        </p:spPr>
        <p:txBody>
          <a:bodyPr/>
          <a:lstStyle>
            <a:lvl1pPr>
              <a:defRPr>
                <a:solidFill>
                  <a:schemeClr val="accent1"/>
                </a:solidFill>
              </a:defRPr>
            </a:lvl1pPr>
          </a:lstStyle>
          <a:p>
            <a:fld id="{AE086683-F536-42AB-ABBC-F4803DFE8DBC}" type="slidenum">
              <a:rPr lang="sv-SE" smtClean="0"/>
              <a:pPr/>
              <a:t>‹#›</a:t>
            </a:fld>
            <a:endParaRPr lang="sv-SE" dirty="0"/>
          </a:p>
        </p:txBody>
      </p:sp>
      <p:sp>
        <p:nvSpPr>
          <p:cNvPr id="3" name="Text Placeholder 12">
            <a:extLst>
              <a:ext uri="{FF2B5EF4-FFF2-40B4-BE49-F238E27FC236}">
                <a16:creationId xmlns:a16="http://schemas.microsoft.com/office/drawing/2014/main" id="{4FCA5165-339D-A496-9726-9174B270CAC7}"/>
              </a:ext>
            </a:extLst>
          </p:cNvPr>
          <p:cNvSpPr>
            <a:spLocks noGrp="1"/>
          </p:cNvSpPr>
          <p:nvPr>
            <p:ph type="body" sz="quarter" idx="14" hasCustomPrompt="1"/>
          </p:nvPr>
        </p:nvSpPr>
        <p:spPr bwMode="black">
          <a:xfrm>
            <a:off x="10521351" y="6434927"/>
            <a:ext cx="1295999" cy="288661"/>
          </a:xfr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en-GB"/>
              <a:t> </a:t>
            </a:r>
            <a:endParaRPr lang="en-GB" dirty="0"/>
          </a:p>
        </p:txBody>
      </p:sp>
    </p:spTree>
    <p:extLst>
      <p:ext uri="{BB962C8B-B14F-4D97-AF65-F5344CB8AC3E}">
        <p14:creationId xmlns:p14="http://schemas.microsoft.com/office/powerpoint/2010/main" val="1672472515"/>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ängre text och vinklad bild höger">
    <p:bg>
      <p:bgPr>
        <a:solidFill>
          <a:schemeClr val="bg1"/>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9B1EFA47-C1FF-0BFD-E2C2-6C9FE2FB1545}"/>
              </a:ext>
            </a:extLst>
          </p:cNvPr>
          <p:cNvSpPr>
            <a:spLocks noGrp="1"/>
          </p:cNvSpPr>
          <p:nvPr>
            <p:ph type="pic" sz="quarter" idx="13"/>
          </p:nvPr>
        </p:nvSpPr>
        <p:spPr bwMode="white">
          <a:xfrm>
            <a:off x="5575300" y="-12031"/>
            <a:ext cx="6630931" cy="6891296"/>
          </a:xfrm>
          <a:custGeom>
            <a:avLst/>
            <a:gdLst>
              <a:gd name="csX0" fmla="*/ 4703536 w 8477250"/>
              <a:gd name="csY0" fmla="*/ 0 h 6862535"/>
              <a:gd name="csX1" fmla="*/ 8477250 w 8477250"/>
              <a:gd name="csY1" fmla="*/ 4535 h 6862535"/>
              <a:gd name="csX2" fmla="*/ 8477250 w 8477250"/>
              <a:gd name="csY2" fmla="*/ 6862535 h 6862535"/>
              <a:gd name="csX3" fmla="*/ 0 w 8477250"/>
              <a:gd name="csY3" fmla="*/ 6862535 h 6862535"/>
              <a:gd name="csX0" fmla="*/ 4703536 w 8477250"/>
              <a:gd name="csY0" fmla="*/ 0 h 6862535"/>
              <a:gd name="csX1" fmla="*/ 6208183 w 8477250"/>
              <a:gd name="csY1" fmla="*/ 21480 h 6862535"/>
              <a:gd name="csX2" fmla="*/ 8477250 w 8477250"/>
              <a:gd name="csY2" fmla="*/ 6862535 h 6862535"/>
              <a:gd name="csX3" fmla="*/ 0 w 8477250"/>
              <a:gd name="csY3" fmla="*/ 6862535 h 6862535"/>
              <a:gd name="csX4" fmla="*/ 4703536 w 8477250"/>
              <a:gd name="csY4" fmla="*/ 0 h 6862535"/>
              <a:gd name="csX0" fmla="*/ 4703536 w 8477250"/>
              <a:gd name="csY0" fmla="*/ 0 h 6862535"/>
              <a:gd name="csX1" fmla="*/ 6614583 w 8477250"/>
              <a:gd name="csY1" fmla="*/ 38425 h 6862535"/>
              <a:gd name="csX2" fmla="*/ 8477250 w 8477250"/>
              <a:gd name="csY2" fmla="*/ 6862535 h 6862535"/>
              <a:gd name="csX3" fmla="*/ 0 w 8477250"/>
              <a:gd name="csY3" fmla="*/ 6862535 h 6862535"/>
              <a:gd name="csX4" fmla="*/ 4703536 w 8477250"/>
              <a:gd name="csY4" fmla="*/ 0 h 6862535"/>
              <a:gd name="csX0" fmla="*/ 4703536 w 8477250"/>
              <a:gd name="csY0" fmla="*/ 0 h 6862535"/>
              <a:gd name="csX1" fmla="*/ 6614583 w 8477250"/>
              <a:gd name="csY1" fmla="*/ 17145 h 6862535"/>
              <a:gd name="csX2" fmla="*/ 8477250 w 8477250"/>
              <a:gd name="csY2" fmla="*/ 6862535 h 6862535"/>
              <a:gd name="csX3" fmla="*/ 0 w 8477250"/>
              <a:gd name="csY3" fmla="*/ 6862535 h 6862535"/>
              <a:gd name="csX4" fmla="*/ 4703536 w 8477250"/>
              <a:gd name="csY4" fmla="*/ 0 h 6862535"/>
              <a:gd name="csX0" fmla="*/ 4703536 w 6807938"/>
              <a:gd name="csY0" fmla="*/ 0 h 6873174"/>
              <a:gd name="csX1" fmla="*/ 6614583 w 6807938"/>
              <a:gd name="csY1" fmla="*/ 17145 h 6873174"/>
              <a:gd name="csX2" fmla="*/ 6807938 w 6807938"/>
              <a:gd name="csY2" fmla="*/ 6873174 h 6873174"/>
              <a:gd name="csX3" fmla="*/ 0 w 6807938"/>
              <a:gd name="csY3" fmla="*/ 6862535 h 6873174"/>
              <a:gd name="csX4" fmla="*/ 4703536 w 6807938"/>
              <a:gd name="csY4" fmla="*/ 0 h 6873174"/>
              <a:gd name="csX0" fmla="*/ 4703536 w 6614583"/>
              <a:gd name="csY0" fmla="*/ 0 h 6883814"/>
              <a:gd name="csX1" fmla="*/ 6614583 w 6614583"/>
              <a:gd name="csY1" fmla="*/ 17145 h 6883814"/>
              <a:gd name="csX2" fmla="*/ 6595287 w 6614583"/>
              <a:gd name="csY2" fmla="*/ 6883814 h 6883814"/>
              <a:gd name="csX3" fmla="*/ 0 w 6614583"/>
              <a:gd name="csY3" fmla="*/ 6862535 h 6883814"/>
              <a:gd name="csX4" fmla="*/ 4703536 w 6614583"/>
              <a:gd name="csY4" fmla="*/ 0 h 6883814"/>
              <a:gd name="csX0" fmla="*/ 4703536 w 6616552"/>
              <a:gd name="csY0" fmla="*/ 0 h 6883814"/>
              <a:gd name="csX1" fmla="*/ 6614583 w 6616552"/>
              <a:gd name="csY1" fmla="*/ 17145 h 6883814"/>
              <a:gd name="csX2" fmla="*/ 6616552 w 6616552"/>
              <a:gd name="csY2" fmla="*/ 6883814 h 6883814"/>
              <a:gd name="csX3" fmla="*/ 0 w 6616552"/>
              <a:gd name="csY3" fmla="*/ 6862535 h 6883814"/>
              <a:gd name="csX4" fmla="*/ 4703536 w 6616552"/>
              <a:gd name="csY4" fmla="*/ 0 h 6883814"/>
              <a:gd name="csX0" fmla="*/ 4703536 w 6616552"/>
              <a:gd name="csY0" fmla="*/ 0 h 6883814"/>
              <a:gd name="csX1" fmla="*/ 6614583 w 6616552"/>
              <a:gd name="csY1" fmla="*/ 6505 h 6883814"/>
              <a:gd name="csX2" fmla="*/ 6616552 w 6616552"/>
              <a:gd name="csY2" fmla="*/ 6883814 h 6883814"/>
              <a:gd name="csX3" fmla="*/ 0 w 6616552"/>
              <a:gd name="csY3" fmla="*/ 6862535 h 6883814"/>
              <a:gd name="csX4" fmla="*/ 4703536 w 6616552"/>
              <a:gd name="csY4" fmla="*/ 0 h 6883814"/>
              <a:gd name="csX0" fmla="*/ 4703536 w 6616552"/>
              <a:gd name="csY0" fmla="*/ 0 h 6883814"/>
              <a:gd name="csX1" fmla="*/ 6614583 w 6616552"/>
              <a:gd name="csY1" fmla="*/ 6505 h 6883814"/>
              <a:gd name="csX2" fmla="*/ 6616552 w 6616552"/>
              <a:gd name="csY2" fmla="*/ 6883814 h 6883814"/>
              <a:gd name="csX3" fmla="*/ 0 w 6616552"/>
              <a:gd name="csY3" fmla="*/ 6862535 h 6883814"/>
              <a:gd name="csX4" fmla="*/ 4703536 w 6616552"/>
              <a:gd name="csY4" fmla="*/ 0 h 6883814"/>
              <a:gd name="csX0" fmla="*/ 4703536 w 6630931"/>
              <a:gd name="csY0" fmla="*/ 0 h 6883814"/>
              <a:gd name="csX1" fmla="*/ 6630911 w 6630931"/>
              <a:gd name="csY1" fmla="*/ 6505 h 6883814"/>
              <a:gd name="csX2" fmla="*/ 6616552 w 6630931"/>
              <a:gd name="csY2" fmla="*/ 6883814 h 6883814"/>
              <a:gd name="csX3" fmla="*/ 0 w 6630931"/>
              <a:gd name="csY3" fmla="*/ 6862535 h 6883814"/>
              <a:gd name="csX4" fmla="*/ 4703536 w 6630931"/>
              <a:gd name="csY4" fmla="*/ 0 h 6883814"/>
              <a:gd name="csX0" fmla="*/ 4703536 w 6630931"/>
              <a:gd name="csY0" fmla="*/ 5534 h 6889348"/>
              <a:gd name="csX1" fmla="*/ 6630911 w 6630931"/>
              <a:gd name="csY1" fmla="*/ 0 h 6889348"/>
              <a:gd name="csX2" fmla="*/ 6616552 w 6630931"/>
              <a:gd name="csY2" fmla="*/ 6889348 h 6889348"/>
              <a:gd name="csX3" fmla="*/ 0 w 6630931"/>
              <a:gd name="csY3" fmla="*/ 6868069 h 6889348"/>
              <a:gd name="csX4" fmla="*/ 4703536 w 6630931"/>
              <a:gd name="csY4" fmla="*/ 5534 h 6889348"/>
              <a:gd name="csX0" fmla="*/ 4715567 w 6630931"/>
              <a:gd name="csY0" fmla="*/ 0 h 6895853"/>
              <a:gd name="csX1" fmla="*/ 6630911 w 6630931"/>
              <a:gd name="csY1" fmla="*/ 6505 h 6895853"/>
              <a:gd name="csX2" fmla="*/ 6616552 w 6630931"/>
              <a:gd name="csY2" fmla="*/ 6895853 h 6895853"/>
              <a:gd name="csX3" fmla="*/ 0 w 6630931"/>
              <a:gd name="csY3" fmla="*/ 6874574 h 6895853"/>
              <a:gd name="csX4" fmla="*/ 4715567 w 6630931"/>
              <a:gd name="csY4" fmla="*/ 0 h 6895853"/>
            </a:gdLst>
            <a:ahLst/>
            <a:cxnLst>
              <a:cxn ang="0">
                <a:pos x="csX0" y="csY0"/>
              </a:cxn>
              <a:cxn ang="0">
                <a:pos x="csX1" y="csY1"/>
              </a:cxn>
              <a:cxn ang="0">
                <a:pos x="csX2" y="csY2"/>
              </a:cxn>
              <a:cxn ang="0">
                <a:pos x="csX3" y="csY3"/>
              </a:cxn>
              <a:cxn ang="0">
                <a:pos x="csX4" y="csY4"/>
              </a:cxn>
            </a:cxnLst>
            <a:rect l="l" t="t" r="r" b="b"/>
            <a:pathLst>
              <a:path w="6630931" h="6895853">
                <a:moveTo>
                  <a:pt x="4715567" y="0"/>
                </a:moveTo>
                <a:lnTo>
                  <a:pt x="6630911" y="6505"/>
                </a:lnTo>
                <a:cubicBezTo>
                  <a:pt x="6631567" y="2295395"/>
                  <a:pt x="6615896" y="4606963"/>
                  <a:pt x="6616552" y="6895853"/>
                </a:cubicBezTo>
                <a:lnTo>
                  <a:pt x="0" y="6874574"/>
                </a:lnTo>
                <a:lnTo>
                  <a:pt x="4715567" y="0"/>
                </a:lnTo>
                <a:close/>
              </a:path>
            </a:pathLst>
          </a:custGeom>
          <a:solidFill>
            <a:schemeClr val="accent1"/>
          </a:solidFill>
          <a:ln w="3175">
            <a:noFill/>
          </a:ln>
        </p:spPr>
        <p:txBody>
          <a:bodyPr wrap="square">
            <a:noAutofit/>
          </a:bodyPr>
          <a:lstStyle>
            <a:lvl1pPr>
              <a:buFontTx/>
              <a:buNone/>
              <a:defRPr sz="100">
                <a:noFill/>
              </a:defRPr>
            </a:lvl1pPr>
          </a:lstStyle>
          <a:p>
            <a:r>
              <a:rPr lang="sv-SE" dirty="0"/>
              <a:t>Klicka på ikonen för att lägga till en bild</a:t>
            </a:r>
            <a:endParaRPr lang="en-GB" dirty="0"/>
          </a:p>
        </p:txBody>
      </p:sp>
      <p:sp>
        <p:nvSpPr>
          <p:cNvPr id="24" name="Text Placeholder 23">
            <a:extLst>
              <a:ext uri="{FF2B5EF4-FFF2-40B4-BE49-F238E27FC236}">
                <a16:creationId xmlns:a16="http://schemas.microsoft.com/office/drawing/2014/main" id="{788BF058-9027-E5C7-85A4-A4C03A733B6A}"/>
              </a:ext>
            </a:extLst>
          </p:cNvPr>
          <p:cNvSpPr>
            <a:spLocks noGrp="1"/>
          </p:cNvSpPr>
          <p:nvPr>
            <p:ph type="body" sz="quarter" idx="15"/>
          </p:nvPr>
        </p:nvSpPr>
        <p:spPr>
          <a:xfrm>
            <a:off x="377510" y="2171700"/>
            <a:ext cx="5772466" cy="3608121"/>
          </a:xfrm>
        </p:spPr>
        <p:txBody>
          <a:bodyPr/>
          <a:lstStyle>
            <a:lvl1pPr marL="0" indent="0">
              <a:spcBef>
                <a:spcPts val="0"/>
              </a:spcBef>
              <a:spcAft>
                <a:spcPts val="1200"/>
              </a:spcAft>
              <a:buNone/>
              <a:defRPr sz="1800" b="1" spc="-70" baseline="0">
                <a:solidFill>
                  <a:schemeClr val="tx1"/>
                </a:solidFill>
              </a:defRPr>
            </a:lvl1pPr>
          </a:lstStyle>
          <a:p>
            <a:pPr lvl="0"/>
            <a:r>
              <a:rPr lang="sv-SE" dirty="0"/>
              <a:t>Klicka här för att ändra format på bakgrundstexten</a:t>
            </a:r>
          </a:p>
        </p:txBody>
      </p:sp>
      <p:sp>
        <p:nvSpPr>
          <p:cNvPr id="4" name="Title 3">
            <a:extLst>
              <a:ext uri="{FF2B5EF4-FFF2-40B4-BE49-F238E27FC236}">
                <a16:creationId xmlns:a16="http://schemas.microsoft.com/office/drawing/2014/main" id="{27B763B8-0C3F-E63D-0730-8FE3F6633134}"/>
              </a:ext>
            </a:extLst>
          </p:cNvPr>
          <p:cNvSpPr>
            <a:spLocks noGrp="1"/>
          </p:cNvSpPr>
          <p:nvPr>
            <p:ph type="title"/>
          </p:nvPr>
        </p:nvSpPr>
        <p:spPr>
          <a:xfrm>
            <a:off x="377508" y="339725"/>
            <a:ext cx="6891197" cy="1468438"/>
          </a:xfrm>
        </p:spPr>
        <p:txBody>
          <a:bodyPr/>
          <a:lstStyle>
            <a:lvl1pPr>
              <a:defRPr sz="4800">
                <a:solidFill>
                  <a:schemeClr val="accent1"/>
                </a:solidFill>
              </a:defRPr>
            </a:lvl1pPr>
          </a:lstStyle>
          <a:p>
            <a:r>
              <a:rPr lang="sv-SE" dirty="0"/>
              <a:t>Klicka här för att ändra mall för rubrikformat</a:t>
            </a:r>
            <a:endParaRPr lang="en-GB" dirty="0"/>
          </a:p>
        </p:txBody>
      </p:sp>
      <p:sp>
        <p:nvSpPr>
          <p:cNvPr id="3" name="Date Placeholder 1">
            <a:extLst>
              <a:ext uri="{FF2B5EF4-FFF2-40B4-BE49-F238E27FC236}">
                <a16:creationId xmlns:a16="http://schemas.microsoft.com/office/drawing/2014/main" id="{D94EACDF-ADCE-03D0-E2D1-73529655C136}"/>
              </a:ext>
            </a:extLst>
          </p:cNvPr>
          <p:cNvSpPr>
            <a:spLocks noGrp="1"/>
          </p:cNvSpPr>
          <p:nvPr>
            <p:ph type="dt" sz="half" idx="16"/>
          </p:nvPr>
        </p:nvSpPr>
        <p:spPr>
          <a:xfrm>
            <a:off x="6149975" y="6496847"/>
            <a:ext cx="1773238" cy="107948"/>
          </a:xfrm>
          <a:prstGeom prst="rect">
            <a:avLst/>
          </a:prstGeom>
        </p:spPr>
        <p:txBody>
          <a:bodyPr/>
          <a:lstStyle>
            <a:lvl1pPr>
              <a:defRPr>
                <a:solidFill>
                  <a:schemeClr val="bg1"/>
                </a:solidFill>
              </a:defRPr>
            </a:lvl1pPr>
          </a:lstStyle>
          <a:p>
            <a:fld id="{6A87E533-8C4F-40B6-961F-450FF774BC28}" type="datetime1">
              <a:rPr lang="sv-SE" smtClean="0"/>
              <a:t>2026-05-13</a:t>
            </a:fld>
            <a:endParaRPr lang="sv-SE" dirty="0"/>
          </a:p>
        </p:txBody>
      </p:sp>
      <p:sp>
        <p:nvSpPr>
          <p:cNvPr id="6" name="Footer Placeholder 7">
            <a:extLst>
              <a:ext uri="{FF2B5EF4-FFF2-40B4-BE49-F238E27FC236}">
                <a16:creationId xmlns:a16="http://schemas.microsoft.com/office/drawing/2014/main" id="{1E56B824-B081-1474-18AF-6D82B41ED82F}"/>
              </a:ext>
            </a:extLst>
          </p:cNvPr>
          <p:cNvSpPr>
            <a:spLocks noGrp="1"/>
          </p:cNvSpPr>
          <p:nvPr>
            <p:ph type="ftr" sz="quarter" idx="17"/>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7" name="Slide Number Placeholder 8">
            <a:extLst>
              <a:ext uri="{FF2B5EF4-FFF2-40B4-BE49-F238E27FC236}">
                <a16:creationId xmlns:a16="http://schemas.microsoft.com/office/drawing/2014/main" id="{BAF83B09-75AC-C8B8-7C38-F41349B039AC}"/>
              </a:ext>
            </a:extLst>
          </p:cNvPr>
          <p:cNvSpPr>
            <a:spLocks noGrp="1"/>
          </p:cNvSpPr>
          <p:nvPr>
            <p:ph type="sldNum" sz="quarter" idx="18"/>
          </p:nvPr>
        </p:nvSpPr>
        <p:spPr>
          <a:xfrm>
            <a:off x="377509" y="6499228"/>
            <a:ext cx="571500" cy="109535"/>
          </a:xfrm>
          <a:prstGeom prst="rect">
            <a:avLst/>
          </a:prstGeom>
        </p:spPr>
        <p:txBody>
          <a:bodyPr/>
          <a:lstStyle>
            <a:lvl1pPr>
              <a:defRPr>
                <a:solidFill>
                  <a:schemeClr val="accent1"/>
                </a:solidFill>
              </a:defRPr>
            </a:lvl1pPr>
          </a:lstStyle>
          <a:p>
            <a:fld id="{AE086683-F536-42AB-ABBC-F4803DFE8DBC}" type="slidenum">
              <a:rPr lang="sv-SE" smtClean="0"/>
              <a:pPr/>
              <a:t>‹#›</a:t>
            </a:fld>
            <a:endParaRPr lang="sv-SE" dirty="0"/>
          </a:p>
        </p:txBody>
      </p:sp>
      <p:sp>
        <p:nvSpPr>
          <p:cNvPr id="2" name="Text Placeholder 12">
            <a:extLst>
              <a:ext uri="{FF2B5EF4-FFF2-40B4-BE49-F238E27FC236}">
                <a16:creationId xmlns:a16="http://schemas.microsoft.com/office/drawing/2014/main" id="{92E35F22-13FA-D7B5-0C67-D94879F566C6}"/>
              </a:ext>
            </a:extLst>
          </p:cNvPr>
          <p:cNvSpPr>
            <a:spLocks noGrp="1"/>
          </p:cNvSpPr>
          <p:nvPr>
            <p:ph type="body" sz="quarter" idx="14" hasCustomPrompt="1"/>
          </p:nvPr>
        </p:nvSpPr>
        <p:spPr bwMode="black">
          <a:xfrm>
            <a:off x="10521351" y="6434927"/>
            <a:ext cx="1295999" cy="288661"/>
          </a:xfr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en-GB"/>
              <a:t> </a:t>
            </a:r>
            <a:endParaRPr lang="en-GB" dirty="0"/>
          </a:p>
        </p:txBody>
      </p:sp>
    </p:spTree>
    <p:extLst>
      <p:ext uri="{BB962C8B-B14F-4D97-AF65-F5344CB8AC3E}">
        <p14:creationId xmlns:p14="http://schemas.microsoft.com/office/powerpoint/2010/main" val="2576872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och vinklad bild vänster">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788BF058-9027-E5C7-85A4-A4C03A733B6A}"/>
              </a:ext>
            </a:extLst>
          </p:cNvPr>
          <p:cNvSpPr>
            <a:spLocks noGrp="1"/>
          </p:cNvSpPr>
          <p:nvPr>
            <p:ph type="body" sz="quarter" idx="15"/>
          </p:nvPr>
        </p:nvSpPr>
        <p:spPr>
          <a:xfrm>
            <a:off x="7404099" y="2171700"/>
            <a:ext cx="4412934" cy="3994150"/>
          </a:xfrm>
          <a:prstGeom prst="rect">
            <a:avLst/>
          </a:prstGeom>
        </p:spPr>
        <p:txBody>
          <a:bodyPr/>
          <a:lstStyle>
            <a:lvl1pPr marL="0" indent="0" algn="r">
              <a:spcBef>
                <a:spcPts val="0"/>
              </a:spcBef>
              <a:spcAft>
                <a:spcPts val="0"/>
              </a:spcAft>
              <a:buNone/>
              <a:defRPr sz="3200" b="1" spc="-70" baseline="0">
                <a:solidFill>
                  <a:schemeClr val="tx1"/>
                </a:solidFill>
              </a:defRPr>
            </a:lvl1pPr>
          </a:lstStyle>
          <a:p>
            <a:pPr lvl="0"/>
            <a:r>
              <a:rPr lang="sv-SE"/>
              <a:t>Klicka här för att ändra format på bakgrundstexten</a:t>
            </a:r>
          </a:p>
        </p:txBody>
      </p:sp>
      <p:sp>
        <p:nvSpPr>
          <p:cNvPr id="4" name="Title 3">
            <a:extLst>
              <a:ext uri="{FF2B5EF4-FFF2-40B4-BE49-F238E27FC236}">
                <a16:creationId xmlns:a16="http://schemas.microsoft.com/office/drawing/2014/main" id="{27B763B8-0C3F-E63D-0730-8FE3F6633134}"/>
              </a:ext>
            </a:extLst>
          </p:cNvPr>
          <p:cNvSpPr>
            <a:spLocks noGrp="1"/>
          </p:cNvSpPr>
          <p:nvPr>
            <p:ph type="title"/>
          </p:nvPr>
        </p:nvSpPr>
        <p:spPr>
          <a:xfrm>
            <a:off x="8089900" y="339725"/>
            <a:ext cx="3725934" cy="1159676"/>
          </a:xfrm>
          <a:prstGeom prst="rect">
            <a:avLst/>
          </a:prstGeom>
        </p:spPr>
        <p:txBody>
          <a:bodyPr/>
          <a:lstStyle>
            <a:lvl1pPr algn="r">
              <a:defRPr>
                <a:solidFill>
                  <a:schemeClr val="accent1"/>
                </a:solidFill>
              </a:defRPr>
            </a:lvl1pPr>
          </a:lstStyle>
          <a:p>
            <a:r>
              <a:rPr lang="sv-SE"/>
              <a:t>Klicka här för att ändra mall för rubrikformat</a:t>
            </a:r>
            <a:endParaRPr lang="sv-SE" dirty="0"/>
          </a:p>
        </p:txBody>
      </p:sp>
      <p:sp>
        <p:nvSpPr>
          <p:cNvPr id="3" name="Picture Placeholder 2">
            <a:extLst>
              <a:ext uri="{FF2B5EF4-FFF2-40B4-BE49-F238E27FC236}">
                <a16:creationId xmlns:a16="http://schemas.microsoft.com/office/drawing/2014/main" id="{D23220E5-F5B1-6D50-5570-A615EB9FEBD4}"/>
              </a:ext>
            </a:extLst>
          </p:cNvPr>
          <p:cNvSpPr>
            <a:spLocks noGrp="1"/>
          </p:cNvSpPr>
          <p:nvPr>
            <p:ph type="pic" sz="quarter" idx="13"/>
          </p:nvPr>
        </p:nvSpPr>
        <p:spPr bwMode="white">
          <a:xfrm>
            <a:off x="0" y="0"/>
            <a:ext cx="8417580" cy="6858000"/>
          </a:xfrm>
          <a:custGeom>
            <a:avLst/>
            <a:gdLst>
              <a:gd name="csX0" fmla="*/ 0 w 8417580"/>
              <a:gd name="csY0" fmla="*/ 0 h 6858000"/>
              <a:gd name="csX1" fmla="*/ 8417580 w 8417580"/>
              <a:gd name="csY1" fmla="*/ 0 h 6858000"/>
              <a:gd name="csX2" fmla="*/ 8307874 w 8417580"/>
              <a:gd name="csY2" fmla="*/ 160987 h 6858000"/>
              <a:gd name="csX3" fmla="*/ 3714750 w 8417580"/>
              <a:gd name="csY3" fmla="*/ 6858000 h 6858000"/>
              <a:gd name="csX4" fmla="*/ 0 w 8417580"/>
              <a:gd name="csY4" fmla="*/ 6858000 h 6858000"/>
            </a:gdLst>
            <a:ahLst/>
            <a:cxnLst>
              <a:cxn ang="0">
                <a:pos x="csX0" y="csY0"/>
              </a:cxn>
              <a:cxn ang="0">
                <a:pos x="csX1" y="csY1"/>
              </a:cxn>
              <a:cxn ang="0">
                <a:pos x="csX2" y="csY2"/>
              </a:cxn>
              <a:cxn ang="0">
                <a:pos x="csX3" y="csY3"/>
              </a:cxn>
              <a:cxn ang="0">
                <a:pos x="csX4" y="csY4"/>
              </a:cxn>
            </a:cxnLst>
            <a:rect l="l" t="t" r="r" b="b"/>
            <a:pathLst>
              <a:path w="8417580" h="6858000">
                <a:moveTo>
                  <a:pt x="0" y="0"/>
                </a:moveTo>
                <a:lnTo>
                  <a:pt x="8417580" y="0"/>
                </a:lnTo>
                <a:lnTo>
                  <a:pt x="8307874" y="160987"/>
                </a:lnTo>
                <a:lnTo>
                  <a:pt x="3714750" y="6858000"/>
                </a:lnTo>
                <a:lnTo>
                  <a:pt x="0" y="6858000"/>
                </a:lnTo>
                <a:close/>
              </a:path>
            </a:pathLst>
          </a:custGeom>
          <a:solidFill>
            <a:schemeClr val="accent1"/>
          </a:solid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8" name="Date Placeholder 7">
            <a:extLst>
              <a:ext uri="{FF2B5EF4-FFF2-40B4-BE49-F238E27FC236}">
                <a16:creationId xmlns:a16="http://schemas.microsoft.com/office/drawing/2014/main" id="{AEA8C68A-825A-F0C5-43EB-357C6847F981}"/>
              </a:ext>
            </a:extLst>
          </p:cNvPr>
          <p:cNvSpPr>
            <a:spLocks noGrp="1"/>
          </p:cNvSpPr>
          <p:nvPr>
            <p:ph type="dt" sz="half" idx="16"/>
          </p:nvPr>
        </p:nvSpPr>
        <p:spPr>
          <a:xfrm>
            <a:off x="6149975" y="6496847"/>
            <a:ext cx="1773238" cy="107948"/>
          </a:xfrm>
          <a:prstGeom prst="rect">
            <a:avLst/>
          </a:prstGeom>
        </p:spPr>
        <p:txBody>
          <a:bodyPr/>
          <a:lstStyle>
            <a:lvl1pPr>
              <a:defRPr>
                <a:solidFill>
                  <a:schemeClr val="accent1"/>
                </a:solidFill>
              </a:defRPr>
            </a:lvl1pPr>
          </a:lstStyle>
          <a:p>
            <a:fld id="{F209578F-4B97-4357-9A40-01BC971131EC}" type="datetime1">
              <a:rPr lang="sv-SE" smtClean="0"/>
              <a:t>2026-05-13</a:t>
            </a:fld>
            <a:endParaRPr lang="sv-SE" dirty="0"/>
          </a:p>
        </p:txBody>
      </p:sp>
      <p:sp>
        <p:nvSpPr>
          <p:cNvPr id="9" name="Footer Placeholder 8">
            <a:extLst>
              <a:ext uri="{FF2B5EF4-FFF2-40B4-BE49-F238E27FC236}">
                <a16:creationId xmlns:a16="http://schemas.microsoft.com/office/drawing/2014/main" id="{E14BD289-DC82-F540-0C4C-C611F96378A4}"/>
              </a:ext>
            </a:extLst>
          </p:cNvPr>
          <p:cNvSpPr>
            <a:spLocks noGrp="1"/>
          </p:cNvSpPr>
          <p:nvPr>
            <p:ph type="ftr" sz="quarter" idx="17"/>
          </p:nvPr>
        </p:nvSpPr>
        <p:spPr>
          <a:xfrm>
            <a:off x="1843405" y="6502401"/>
            <a:ext cx="2260600" cy="107948"/>
          </a:xfrm>
          <a:prstGeom prst="rect">
            <a:avLst/>
          </a:prstGeom>
        </p:spPr>
        <p:txBody>
          <a:bodyPr/>
          <a:lstStyle>
            <a:lvl1pPr>
              <a:defRPr>
                <a:solidFill>
                  <a:schemeClr val="bg1"/>
                </a:solidFill>
              </a:defRPr>
            </a:lvl1pPr>
          </a:lstStyle>
          <a:p>
            <a:r>
              <a:rPr lang="sv-SE"/>
              <a:t>Presentationens titel</a:t>
            </a:r>
            <a:endParaRPr lang="sv-SE" dirty="0"/>
          </a:p>
        </p:txBody>
      </p:sp>
      <p:sp>
        <p:nvSpPr>
          <p:cNvPr id="10" name="Slide Number Placeholder 9">
            <a:extLst>
              <a:ext uri="{FF2B5EF4-FFF2-40B4-BE49-F238E27FC236}">
                <a16:creationId xmlns:a16="http://schemas.microsoft.com/office/drawing/2014/main" id="{B4986C55-C877-E167-2483-C52A5CE45D68}"/>
              </a:ext>
            </a:extLst>
          </p:cNvPr>
          <p:cNvSpPr>
            <a:spLocks noGrp="1"/>
          </p:cNvSpPr>
          <p:nvPr>
            <p:ph type="sldNum" sz="quarter" idx="18"/>
          </p:nvPr>
        </p:nvSpPr>
        <p:spPr>
          <a:xfrm>
            <a:off x="377509" y="6499228"/>
            <a:ext cx="571500" cy="109535"/>
          </a:xfrm>
          <a:prstGeom prst="rect">
            <a:avLst/>
          </a:prstGeom>
        </p:spPr>
        <p:txBody>
          <a:bodyPr/>
          <a:lstStyle>
            <a:lvl1pPr>
              <a:defRPr>
                <a:solidFill>
                  <a:schemeClr val="bg1"/>
                </a:solidFill>
              </a:defRPr>
            </a:lvl1pPr>
          </a:lstStyle>
          <a:p>
            <a:fld id="{AE086683-F536-42AB-ABBC-F4803DFE8DBC}" type="slidenum">
              <a:rPr lang="sv-SE" smtClean="0"/>
              <a:pPr/>
              <a:t>‹#›</a:t>
            </a:fld>
            <a:endParaRPr lang="sv-SE" dirty="0"/>
          </a:p>
        </p:txBody>
      </p:sp>
      <p:pic>
        <p:nvPicPr>
          <p:cNvPr id="5" name="Bild 4">
            <a:extLst>
              <a:ext uri="{FF2B5EF4-FFF2-40B4-BE49-F238E27FC236}">
                <a16:creationId xmlns:a16="http://schemas.microsoft.com/office/drawing/2014/main" id="{B3F0E4CE-6DF8-C1F2-A81B-01C8BA5CA0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1215872465"/>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ängre text och vinklad bild vänster">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FCE6E76A-BAED-C465-DDF7-5B74FB51C862}"/>
              </a:ext>
            </a:extLst>
          </p:cNvPr>
          <p:cNvSpPr>
            <a:spLocks noGrp="1"/>
          </p:cNvSpPr>
          <p:nvPr>
            <p:ph type="pic" sz="quarter" idx="13"/>
          </p:nvPr>
        </p:nvSpPr>
        <p:spPr bwMode="white">
          <a:xfrm>
            <a:off x="-28745" y="-31691"/>
            <a:ext cx="6070771" cy="6889691"/>
          </a:xfrm>
          <a:custGeom>
            <a:avLst/>
            <a:gdLst>
              <a:gd name="csX0" fmla="*/ 0 w 8417580"/>
              <a:gd name="csY0" fmla="*/ 0 h 6858000"/>
              <a:gd name="csX1" fmla="*/ 8417580 w 8417580"/>
              <a:gd name="csY1" fmla="*/ 0 h 6858000"/>
              <a:gd name="csX2" fmla="*/ 8307874 w 8417580"/>
              <a:gd name="csY2" fmla="*/ 160987 h 6858000"/>
              <a:gd name="csX3" fmla="*/ 3714750 w 8417580"/>
              <a:gd name="csY3" fmla="*/ 6858000 h 6858000"/>
              <a:gd name="csX4" fmla="*/ 0 w 8417580"/>
              <a:gd name="csY4" fmla="*/ 6858000 h 6858000"/>
              <a:gd name="csX0" fmla="*/ 2419574 w 8417580"/>
              <a:gd name="csY0" fmla="*/ 14149 h 6858000"/>
              <a:gd name="csX1" fmla="*/ 8417580 w 8417580"/>
              <a:gd name="csY1" fmla="*/ 0 h 6858000"/>
              <a:gd name="csX2" fmla="*/ 8307874 w 8417580"/>
              <a:gd name="csY2" fmla="*/ 160987 h 6858000"/>
              <a:gd name="csX3" fmla="*/ 3714750 w 8417580"/>
              <a:gd name="csY3" fmla="*/ 6858000 h 6858000"/>
              <a:gd name="csX4" fmla="*/ 0 w 8417580"/>
              <a:gd name="csY4" fmla="*/ 6858000 h 6858000"/>
              <a:gd name="csX5" fmla="*/ 2419574 w 8417580"/>
              <a:gd name="csY5" fmla="*/ 14149 h 6858000"/>
              <a:gd name="csX0" fmla="*/ 14150 w 6012156"/>
              <a:gd name="csY0" fmla="*/ 14149 h 6858000"/>
              <a:gd name="csX1" fmla="*/ 6012156 w 6012156"/>
              <a:gd name="csY1" fmla="*/ 0 h 6858000"/>
              <a:gd name="csX2" fmla="*/ 5902450 w 6012156"/>
              <a:gd name="csY2" fmla="*/ 160987 h 6858000"/>
              <a:gd name="csX3" fmla="*/ 1309326 w 6012156"/>
              <a:gd name="csY3" fmla="*/ 6858000 h 6858000"/>
              <a:gd name="csX4" fmla="*/ 0 w 6012156"/>
              <a:gd name="csY4" fmla="*/ 6858000 h 6858000"/>
              <a:gd name="csX5" fmla="*/ 14150 w 6012156"/>
              <a:gd name="csY5" fmla="*/ 14149 h 6858000"/>
            </a:gdLst>
            <a:ahLst/>
            <a:cxnLst>
              <a:cxn ang="0">
                <a:pos x="csX0" y="csY0"/>
              </a:cxn>
              <a:cxn ang="0">
                <a:pos x="csX1" y="csY1"/>
              </a:cxn>
              <a:cxn ang="0">
                <a:pos x="csX2" y="csY2"/>
              </a:cxn>
              <a:cxn ang="0">
                <a:pos x="csX3" y="csY3"/>
              </a:cxn>
              <a:cxn ang="0">
                <a:pos x="csX4" y="csY4"/>
              </a:cxn>
              <a:cxn ang="0">
                <a:pos x="csX5" y="csY5"/>
              </a:cxn>
            </a:cxnLst>
            <a:rect l="l" t="t" r="r" b="b"/>
            <a:pathLst>
              <a:path w="6012156" h="6858000">
                <a:moveTo>
                  <a:pt x="14150" y="14149"/>
                </a:moveTo>
                <a:lnTo>
                  <a:pt x="6012156" y="0"/>
                </a:lnTo>
                <a:lnTo>
                  <a:pt x="5902450" y="160987"/>
                </a:lnTo>
                <a:lnTo>
                  <a:pt x="1309326" y="6858000"/>
                </a:lnTo>
                <a:lnTo>
                  <a:pt x="0" y="6858000"/>
                </a:lnTo>
                <a:cubicBezTo>
                  <a:pt x="0" y="4572000"/>
                  <a:pt x="14150" y="2300149"/>
                  <a:pt x="14150" y="14149"/>
                </a:cubicBezTo>
                <a:close/>
              </a:path>
            </a:pathLst>
          </a:custGeom>
          <a:solidFill>
            <a:schemeClr val="accent1"/>
          </a:solid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24" name="Text Placeholder 23">
            <a:extLst>
              <a:ext uri="{FF2B5EF4-FFF2-40B4-BE49-F238E27FC236}">
                <a16:creationId xmlns:a16="http://schemas.microsoft.com/office/drawing/2014/main" id="{788BF058-9027-E5C7-85A4-A4C03A733B6A}"/>
              </a:ext>
            </a:extLst>
          </p:cNvPr>
          <p:cNvSpPr>
            <a:spLocks noGrp="1"/>
          </p:cNvSpPr>
          <p:nvPr>
            <p:ph type="body" sz="quarter" idx="15"/>
          </p:nvPr>
        </p:nvSpPr>
        <p:spPr>
          <a:xfrm>
            <a:off x="5200481" y="2171700"/>
            <a:ext cx="6616552" cy="3994150"/>
          </a:xfrm>
        </p:spPr>
        <p:txBody>
          <a:bodyPr/>
          <a:lstStyle>
            <a:lvl1pPr marL="0" indent="0" algn="r">
              <a:spcBef>
                <a:spcPts val="0"/>
              </a:spcBef>
              <a:spcAft>
                <a:spcPts val="0"/>
              </a:spcAft>
              <a:buNone/>
              <a:defRPr sz="1800" b="1" spc="-70" baseline="0">
                <a:solidFill>
                  <a:schemeClr val="tx1"/>
                </a:solidFill>
              </a:defRPr>
            </a:lvl1pPr>
          </a:lstStyle>
          <a:p>
            <a:pPr lvl="0"/>
            <a:r>
              <a:rPr lang="sv-SE" dirty="0"/>
              <a:t>Klicka här för att ändra format på bakgrundstexten</a:t>
            </a:r>
          </a:p>
        </p:txBody>
      </p:sp>
      <p:sp>
        <p:nvSpPr>
          <p:cNvPr id="4" name="Title 3">
            <a:extLst>
              <a:ext uri="{FF2B5EF4-FFF2-40B4-BE49-F238E27FC236}">
                <a16:creationId xmlns:a16="http://schemas.microsoft.com/office/drawing/2014/main" id="{27B763B8-0C3F-E63D-0730-8FE3F6633134}"/>
              </a:ext>
            </a:extLst>
          </p:cNvPr>
          <p:cNvSpPr>
            <a:spLocks noGrp="1"/>
          </p:cNvSpPr>
          <p:nvPr>
            <p:ph type="title"/>
          </p:nvPr>
        </p:nvSpPr>
        <p:spPr>
          <a:xfrm>
            <a:off x="6042026" y="339725"/>
            <a:ext cx="5773808" cy="1159676"/>
          </a:xfrm>
        </p:spPr>
        <p:txBody>
          <a:bodyPr/>
          <a:lstStyle>
            <a:lvl1pPr algn="r">
              <a:defRPr>
                <a:solidFill>
                  <a:schemeClr val="accent1"/>
                </a:solidFill>
              </a:defRPr>
            </a:lvl1pPr>
          </a:lstStyle>
          <a:p>
            <a:r>
              <a:rPr lang="sv-SE" dirty="0"/>
              <a:t>Klicka här för att ändra mall för rubrikformat</a:t>
            </a:r>
            <a:endParaRPr lang="en-GB" dirty="0"/>
          </a:p>
        </p:txBody>
      </p:sp>
      <p:sp>
        <p:nvSpPr>
          <p:cNvPr id="2" name="Slide Number Placeholder 8">
            <a:extLst>
              <a:ext uri="{FF2B5EF4-FFF2-40B4-BE49-F238E27FC236}">
                <a16:creationId xmlns:a16="http://schemas.microsoft.com/office/drawing/2014/main" id="{7BEE3798-F9FC-0F60-1BBB-FCD78204783D}"/>
              </a:ext>
            </a:extLst>
          </p:cNvPr>
          <p:cNvSpPr>
            <a:spLocks noGrp="1"/>
          </p:cNvSpPr>
          <p:nvPr>
            <p:ph type="sldNum" sz="quarter" idx="18"/>
          </p:nvPr>
        </p:nvSpPr>
        <p:spPr>
          <a:xfrm>
            <a:off x="377509" y="6499228"/>
            <a:ext cx="571500" cy="109535"/>
          </a:xfrm>
          <a:prstGeom prst="rect">
            <a:avLst/>
          </a:prstGeom>
        </p:spPr>
        <p:txBody>
          <a:bodyPr/>
          <a:lstStyle>
            <a:lvl1pPr>
              <a:defRPr>
                <a:solidFill>
                  <a:schemeClr val="bg1"/>
                </a:solidFill>
              </a:defRPr>
            </a:lvl1pPr>
          </a:lstStyle>
          <a:p>
            <a:fld id="{AE086683-F536-42AB-ABBC-F4803DFE8DBC}" type="slidenum">
              <a:rPr lang="sv-SE" smtClean="0"/>
              <a:pPr/>
              <a:t>‹#›</a:t>
            </a:fld>
            <a:endParaRPr lang="sv-SE" dirty="0"/>
          </a:p>
        </p:txBody>
      </p:sp>
      <p:sp>
        <p:nvSpPr>
          <p:cNvPr id="3" name="Footer Placeholder 7">
            <a:extLst>
              <a:ext uri="{FF2B5EF4-FFF2-40B4-BE49-F238E27FC236}">
                <a16:creationId xmlns:a16="http://schemas.microsoft.com/office/drawing/2014/main" id="{40A93C31-BE50-1F3A-FDDF-5B7029F13CC0}"/>
              </a:ext>
            </a:extLst>
          </p:cNvPr>
          <p:cNvSpPr>
            <a:spLocks noGrp="1"/>
          </p:cNvSpPr>
          <p:nvPr>
            <p:ph type="ftr" sz="quarter" idx="17"/>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5" name="Date Placeholder 1">
            <a:extLst>
              <a:ext uri="{FF2B5EF4-FFF2-40B4-BE49-F238E27FC236}">
                <a16:creationId xmlns:a16="http://schemas.microsoft.com/office/drawing/2014/main" id="{CB76A7FD-E027-C2D8-2AE0-EA3CD496F1D1}"/>
              </a:ext>
            </a:extLst>
          </p:cNvPr>
          <p:cNvSpPr>
            <a:spLocks noGrp="1"/>
          </p:cNvSpPr>
          <p:nvPr>
            <p:ph type="dt" sz="half" idx="16"/>
          </p:nvPr>
        </p:nvSpPr>
        <p:spPr>
          <a:xfrm>
            <a:off x="6149975" y="6496847"/>
            <a:ext cx="1773238" cy="107948"/>
          </a:xfrm>
          <a:prstGeom prst="rect">
            <a:avLst/>
          </a:prstGeom>
        </p:spPr>
        <p:txBody>
          <a:bodyPr/>
          <a:lstStyle>
            <a:lvl1pPr>
              <a:defRPr>
                <a:solidFill>
                  <a:schemeClr val="accent1"/>
                </a:solidFill>
              </a:defRPr>
            </a:lvl1pPr>
          </a:lstStyle>
          <a:p>
            <a:fld id="{6A87E533-8C4F-40B6-961F-450FF774BC28}" type="datetime1">
              <a:rPr lang="sv-SE" smtClean="0"/>
              <a:pPr/>
              <a:t>2026-05-13</a:t>
            </a:fld>
            <a:endParaRPr lang="sv-SE" dirty="0"/>
          </a:p>
        </p:txBody>
      </p:sp>
      <p:pic>
        <p:nvPicPr>
          <p:cNvPr id="8" name="Bild 7">
            <a:extLst>
              <a:ext uri="{FF2B5EF4-FFF2-40B4-BE49-F238E27FC236}">
                <a16:creationId xmlns:a16="http://schemas.microsoft.com/office/drawing/2014/main" id="{4EB5D153-4369-84E1-739F-E31899E69A8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83422599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ild på bakgrund">
    <p:bg>
      <p:bgPr>
        <a:solidFill>
          <a:schemeClr val="accent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ACF61DF-EECB-1D9B-0BD1-C3B860437FAA}"/>
              </a:ext>
            </a:extLst>
          </p:cNvPr>
          <p:cNvSpPr>
            <a:spLocks noGrp="1"/>
          </p:cNvSpPr>
          <p:nvPr>
            <p:ph type="pic" sz="quarter" idx="13"/>
          </p:nvPr>
        </p:nvSpPr>
        <p:spPr bwMode="white">
          <a:xfrm>
            <a:off x="251618" y="254000"/>
            <a:ext cx="11688764" cy="6350000"/>
          </a:xfrm>
          <a:custGeom>
            <a:avLst/>
            <a:gdLst>
              <a:gd name="csX0" fmla="*/ 0 w 11688764"/>
              <a:gd name="csY0" fmla="*/ 0 h 6350000"/>
              <a:gd name="csX1" fmla="*/ 11688764 w 11688764"/>
              <a:gd name="csY1" fmla="*/ 0 h 6350000"/>
              <a:gd name="csX2" fmla="*/ 11688764 w 11688764"/>
              <a:gd name="csY2" fmla="*/ 4792076 h 6350000"/>
              <a:gd name="csX3" fmla="*/ 10598153 w 11688764"/>
              <a:gd name="csY3" fmla="*/ 6350000 h 6350000"/>
              <a:gd name="csX4" fmla="*/ 0 w 11688764"/>
              <a:gd name="csY4" fmla="*/ 6350000 h 6350000"/>
            </a:gdLst>
            <a:ahLst/>
            <a:cxnLst>
              <a:cxn ang="0">
                <a:pos x="csX0" y="csY0"/>
              </a:cxn>
              <a:cxn ang="0">
                <a:pos x="csX1" y="csY1"/>
              </a:cxn>
              <a:cxn ang="0">
                <a:pos x="csX2" y="csY2"/>
              </a:cxn>
              <a:cxn ang="0">
                <a:pos x="csX3" y="csY3"/>
              </a:cxn>
              <a:cxn ang="0">
                <a:pos x="csX4" y="csY4"/>
              </a:cxn>
            </a:cxnLst>
            <a:rect l="l" t="t" r="r" b="b"/>
            <a:pathLst>
              <a:path w="11688764" h="6350000">
                <a:moveTo>
                  <a:pt x="0" y="0"/>
                </a:moveTo>
                <a:lnTo>
                  <a:pt x="11688764" y="0"/>
                </a:lnTo>
                <a:lnTo>
                  <a:pt x="11688764" y="4792076"/>
                </a:lnTo>
                <a:lnTo>
                  <a:pt x="10598153" y="6350000"/>
                </a:lnTo>
                <a:lnTo>
                  <a:pt x="0" y="6350000"/>
                </a:lnTo>
                <a:close/>
              </a:path>
            </a:pathLst>
          </a:custGeom>
          <a:solidFill>
            <a:schemeClr val="bg1"/>
          </a:solidFill>
        </p:spPr>
        <p:txBody>
          <a:bodyPr wrap="square">
            <a:noAutofit/>
          </a:bodyPr>
          <a:lstStyle>
            <a:lvl1pPr>
              <a:buFontTx/>
              <a:buNone/>
              <a:defRPr sz="100">
                <a:noFill/>
              </a:defRPr>
            </a:lvl1pPr>
          </a:lstStyle>
          <a:p>
            <a:r>
              <a:rPr lang="sv-SE"/>
              <a:t>Klicka på ikonen för att lägga till en bild</a:t>
            </a:r>
            <a:endParaRPr lang="sv-SE" dirty="0"/>
          </a:p>
        </p:txBody>
      </p:sp>
      <p:sp>
        <p:nvSpPr>
          <p:cNvPr id="2" name="Title 1">
            <a:extLst>
              <a:ext uri="{FF2B5EF4-FFF2-40B4-BE49-F238E27FC236}">
                <a16:creationId xmlns:a16="http://schemas.microsoft.com/office/drawing/2014/main" id="{DE004851-FB5F-1195-289F-EE2E2130D81E}"/>
              </a:ext>
            </a:extLst>
          </p:cNvPr>
          <p:cNvSpPr>
            <a:spLocks noGrp="1"/>
          </p:cNvSpPr>
          <p:nvPr>
            <p:ph type="title"/>
          </p:nvPr>
        </p:nvSpPr>
        <p:spPr>
          <a:xfrm>
            <a:off x="377507" y="2605887"/>
            <a:ext cx="6282000" cy="1667664"/>
          </a:xfrm>
          <a:prstGeom prst="rect">
            <a:avLst/>
          </a:prstGeom>
        </p:spPr>
        <p:txBody>
          <a:bodyPr anchor="ctr" anchorCtr="0"/>
          <a:lstStyle>
            <a:lvl1pPr>
              <a:defRPr sz="6000" spc="-90" baseline="0">
                <a:solidFill>
                  <a:schemeClr val="accent1"/>
                </a:solidFill>
              </a:defRPr>
            </a:lvl1pPr>
          </a:lstStyle>
          <a:p>
            <a:r>
              <a:rPr lang="sv-SE"/>
              <a:t>Klicka här för att ändra mall för rubrikformat</a:t>
            </a:r>
            <a:endParaRPr lang="sv-SE" dirty="0"/>
          </a:p>
        </p:txBody>
      </p:sp>
      <p:sp>
        <p:nvSpPr>
          <p:cNvPr id="4" name="TextBox 2">
            <a:extLst>
              <a:ext uri="{FF2B5EF4-FFF2-40B4-BE49-F238E27FC236}">
                <a16:creationId xmlns:a16="http://schemas.microsoft.com/office/drawing/2014/main" id="{49F28E98-CE79-3BA7-6045-68BF8FD49986}"/>
              </a:ext>
            </a:extLst>
          </p:cNvPr>
          <p:cNvSpPr txBox="1"/>
          <p:nvPr userDrawn="1"/>
        </p:nvSpPr>
        <p:spPr>
          <a:xfrm>
            <a:off x="0" y="-660400"/>
            <a:ext cx="12192000" cy="554610"/>
          </a:xfrm>
          <a:prstGeom prst="rect">
            <a:avLst/>
          </a:prstGeom>
          <a:solidFill>
            <a:schemeClr val="bg1"/>
          </a:solidFill>
        </p:spPr>
        <p:txBody>
          <a:bodyPr wrap="square" lIns="144000" tIns="0" rIns="144000" bIns="0" rtlCol="0" anchor="ctr" anchorCtr="0">
            <a:noAutofit/>
          </a:bodyPr>
          <a:lstStyle/>
          <a:p>
            <a:pPr algn="l"/>
            <a:r>
              <a:rPr lang="sv-SE" sz="1400" dirty="0">
                <a:cs typeface="Arial" panose="020B0604020202020204" pitchFamily="34" charset="0"/>
              </a:rPr>
              <a:t>När bildplatshållaren är gömd bakom rubriken: Klicka på bildplatshållaren och gå till </a:t>
            </a:r>
            <a:r>
              <a:rPr lang="sv-SE" sz="1400" b="1" dirty="0">
                <a:cs typeface="Arial" panose="020B0604020202020204" pitchFamily="34" charset="0"/>
              </a:rPr>
              <a:t>Infoga – Bilder</a:t>
            </a:r>
            <a:r>
              <a:rPr lang="sv-SE" sz="1400" dirty="0">
                <a:cs typeface="Arial" panose="020B0604020202020204" pitchFamily="34" charset="0"/>
              </a:rPr>
              <a:t> för att fylla den med en bild eller dra bilden till bildplatshållaren.</a:t>
            </a:r>
          </a:p>
        </p:txBody>
      </p:sp>
    </p:spTree>
    <p:extLst>
      <p:ext uri="{BB962C8B-B14F-4D97-AF65-F5344CB8AC3E}">
        <p14:creationId xmlns:p14="http://schemas.microsoft.com/office/powerpoint/2010/main" val="18693418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ext och stor bild">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AE074005-7C11-DF9D-E0E2-5A1F5F230C83}"/>
              </a:ext>
            </a:extLst>
          </p:cNvPr>
          <p:cNvSpPr>
            <a:spLocks noGrp="1"/>
          </p:cNvSpPr>
          <p:nvPr>
            <p:ph type="pic" sz="quarter" idx="13"/>
          </p:nvPr>
        </p:nvSpPr>
        <p:spPr bwMode="white">
          <a:xfrm>
            <a:off x="0" y="0"/>
            <a:ext cx="12192000" cy="6858000"/>
          </a:xfrm>
          <a:prstGeom prst="rect">
            <a:avLst/>
          </a:prstGeom>
          <a:solidFill>
            <a:schemeClr val="accent1"/>
          </a:solidFill>
        </p:spPr>
        <p:txBody>
          <a:bodyPr/>
          <a:lstStyle>
            <a:lvl1pPr>
              <a:buFontTx/>
              <a:buNone/>
              <a:defRPr sz="100">
                <a:noFill/>
              </a:defRPr>
            </a:lvl1pPr>
          </a:lstStyle>
          <a:p>
            <a:r>
              <a:rPr lang="sv-SE"/>
              <a:t>Klicka på ikonen för att lägga till en bild</a:t>
            </a:r>
            <a:endParaRPr lang="sv-SE" dirty="0"/>
          </a:p>
        </p:txBody>
      </p:sp>
      <p:sp>
        <p:nvSpPr>
          <p:cNvPr id="4" name="Date Placeholder 3">
            <a:extLst>
              <a:ext uri="{FF2B5EF4-FFF2-40B4-BE49-F238E27FC236}">
                <a16:creationId xmlns:a16="http://schemas.microsoft.com/office/drawing/2014/main" id="{3E6243C1-6DE5-B914-4666-FF9807051702}"/>
              </a:ext>
            </a:extLst>
          </p:cNvPr>
          <p:cNvSpPr>
            <a:spLocks noGrp="1"/>
          </p:cNvSpPr>
          <p:nvPr>
            <p:ph type="dt" sz="half" idx="10"/>
          </p:nvPr>
        </p:nvSpPr>
        <p:spPr>
          <a:xfrm>
            <a:off x="6149975" y="6496847"/>
            <a:ext cx="1773238" cy="107948"/>
          </a:xfrm>
          <a:prstGeom prst="rect">
            <a:avLst/>
          </a:prstGeom>
        </p:spPr>
        <p:txBody>
          <a:bodyPr/>
          <a:lstStyle>
            <a:lvl1pPr>
              <a:defRPr>
                <a:solidFill>
                  <a:schemeClr val="bg1"/>
                </a:solidFill>
              </a:defRPr>
            </a:lvl1pPr>
          </a:lstStyle>
          <a:p>
            <a:fld id="{86AAD7D1-8154-4955-B401-B8116DC6661E}" type="datetime1">
              <a:rPr lang="sv-SE" smtClean="0"/>
              <a:t>2026-05-13</a:t>
            </a:fld>
            <a:endParaRPr lang="sv-SE" dirty="0"/>
          </a:p>
        </p:txBody>
      </p:sp>
      <p:sp>
        <p:nvSpPr>
          <p:cNvPr id="5" name="Footer Placeholder 4">
            <a:extLst>
              <a:ext uri="{FF2B5EF4-FFF2-40B4-BE49-F238E27FC236}">
                <a16:creationId xmlns:a16="http://schemas.microsoft.com/office/drawing/2014/main" id="{DF0C4FE5-D304-37E7-3182-40CD9D5B6746}"/>
              </a:ext>
            </a:extLst>
          </p:cNvPr>
          <p:cNvSpPr>
            <a:spLocks noGrp="1"/>
          </p:cNvSpPr>
          <p:nvPr>
            <p:ph type="ftr" sz="quarter" idx="11"/>
          </p:nvPr>
        </p:nvSpPr>
        <p:spPr>
          <a:xfrm>
            <a:off x="1843405" y="6502401"/>
            <a:ext cx="2260600" cy="107948"/>
          </a:xfrm>
          <a:prstGeom prst="rect">
            <a:avLst/>
          </a:prstGeom>
        </p:spPr>
        <p:txBody>
          <a:bodyPr/>
          <a:lstStyle>
            <a:lvl1pPr>
              <a:defRPr>
                <a:solidFill>
                  <a:schemeClr val="bg1"/>
                </a:solidFill>
              </a:defRPr>
            </a:lvl1pPr>
          </a:lstStyle>
          <a:p>
            <a:r>
              <a:rPr lang="sv-SE"/>
              <a:t>Presentationens titel</a:t>
            </a:r>
            <a:endParaRPr lang="sv-SE" dirty="0"/>
          </a:p>
        </p:txBody>
      </p:sp>
      <p:sp>
        <p:nvSpPr>
          <p:cNvPr id="6" name="Slide Number Placeholder 5">
            <a:extLst>
              <a:ext uri="{FF2B5EF4-FFF2-40B4-BE49-F238E27FC236}">
                <a16:creationId xmlns:a16="http://schemas.microsoft.com/office/drawing/2014/main" id="{A5EA2120-0087-ED34-7E47-BB431D061F3C}"/>
              </a:ext>
            </a:extLst>
          </p:cNvPr>
          <p:cNvSpPr>
            <a:spLocks noGrp="1"/>
          </p:cNvSpPr>
          <p:nvPr>
            <p:ph type="sldNum" sz="quarter" idx="12"/>
          </p:nvPr>
        </p:nvSpPr>
        <p:spPr>
          <a:xfrm>
            <a:off x="377509" y="6499228"/>
            <a:ext cx="571500" cy="109535"/>
          </a:xfrm>
          <a:prstGeom prst="rect">
            <a:avLst/>
          </a:prstGeom>
        </p:spPr>
        <p:txBody>
          <a:bodyPr/>
          <a:lstStyle>
            <a:lvl1pPr>
              <a:defRPr>
                <a:solidFill>
                  <a:schemeClr val="bg1"/>
                </a:solidFill>
              </a:defRPr>
            </a:lvl1pPr>
          </a:lstStyle>
          <a:p>
            <a:fld id="{E6619F8C-5C5F-45C4-867D-26540600E532}" type="slidenum">
              <a:rPr lang="sv-SE" smtClean="0"/>
              <a:pPr/>
              <a:t>‹#›</a:t>
            </a:fld>
            <a:endParaRPr lang="sv-SE" dirty="0"/>
          </a:p>
        </p:txBody>
      </p:sp>
      <p:sp>
        <p:nvSpPr>
          <p:cNvPr id="8" name="Title 7">
            <a:extLst>
              <a:ext uri="{FF2B5EF4-FFF2-40B4-BE49-F238E27FC236}">
                <a16:creationId xmlns:a16="http://schemas.microsoft.com/office/drawing/2014/main" id="{82701A2F-2B58-D886-180B-5DF021D31251}"/>
              </a:ext>
            </a:extLst>
          </p:cNvPr>
          <p:cNvSpPr>
            <a:spLocks noGrp="1"/>
          </p:cNvSpPr>
          <p:nvPr>
            <p:ph type="title"/>
          </p:nvPr>
        </p:nvSpPr>
        <p:spPr>
          <a:xfrm>
            <a:off x="377508" y="339725"/>
            <a:ext cx="4723200" cy="1159676"/>
          </a:xfrm>
          <a:prstGeom prst="rect">
            <a:avLst/>
          </a:prstGeom>
        </p:spPr>
        <p:txBody>
          <a:bodyPr/>
          <a:lstStyle>
            <a:lvl1pPr>
              <a:defRPr>
                <a:solidFill>
                  <a:schemeClr val="bg1"/>
                </a:solidFill>
              </a:defRPr>
            </a:lvl1pPr>
          </a:lstStyle>
          <a:p>
            <a:r>
              <a:rPr lang="sv-SE"/>
              <a:t>Klicka här för att ändra mall för rubrikformat</a:t>
            </a:r>
            <a:endParaRPr lang="sv-SE" dirty="0"/>
          </a:p>
        </p:txBody>
      </p:sp>
      <p:sp>
        <p:nvSpPr>
          <p:cNvPr id="3" name="Platshållare för text 2">
            <a:extLst>
              <a:ext uri="{FF2B5EF4-FFF2-40B4-BE49-F238E27FC236}">
                <a16:creationId xmlns:a16="http://schemas.microsoft.com/office/drawing/2014/main" id="{A7600EA8-C283-0A56-9333-2B50FE2A6ACA}"/>
              </a:ext>
            </a:extLst>
          </p:cNvPr>
          <p:cNvSpPr>
            <a:spLocks noGrp="1"/>
          </p:cNvSpPr>
          <p:nvPr>
            <p:ph type="body" sz="quarter" idx="14"/>
          </p:nvPr>
        </p:nvSpPr>
        <p:spPr>
          <a:xfrm>
            <a:off x="371474" y="2171699"/>
            <a:ext cx="4723200" cy="39941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9" name="Text Placeholder 12">
            <a:extLst>
              <a:ext uri="{FF2B5EF4-FFF2-40B4-BE49-F238E27FC236}">
                <a16:creationId xmlns:a16="http://schemas.microsoft.com/office/drawing/2014/main" id="{6260B535-C60D-A5D2-776E-34961423F0C6}"/>
              </a:ext>
            </a:extLst>
          </p:cNvPr>
          <p:cNvSpPr>
            <a:spLocks noGrp="1"/>
          </p:cNvSpPr>
          <p:nvPr>
            <p:ph type="body" sz="quarter" idx="15" hasCustomPrompt="1"/>
          </p:nvPr>
        </p:nvSpPr>
        <p:spPr bwMode="black">
          <a:xfrm>
            <a:off x="10521351" y="6434927"/>
            <a:ext cx="1295999" cy="288661"/>
          </a:xfrm>
          <a:blipFill>
            <a:blip>
              <a:extLst>
                <a:ext uri="{96DAC541-7B7A-43D3-8B79-37D633B846F1}">
                  <asvg:svgBlip xmlns:asvg="http://schemas.microsoft.com/office/drawing/2016/SVG/main" r:embed="rId2"/>
                </a:ext>
              </a:extLst>
            </a:blip>
            <a:stretch>
              <a:fillRect/>
            </a:stretch>
          </a:blipFill>
        </p:spPr>
        <p:txBody>
          <a:bodyPr/>
          <a:lstStyle>
            <a:lvl1pPr>
              <a:buNone/>
              <a:defRPr sz="100">
                <a:noFill/>
              </a:defRPr>
            </a:lvl1pPr>
          </a:lstStyle>
          <a:p>
            <a:pPr lvl="0"/>
            <a:r>
              <a:rPr lang="en-GB"/>
              <a:t> </a:t>
            </a:r>
            <a:endParaRPr lang="en-GB" dirty="0"/>
          </a:p>
        </p:txBody>
      </p:sp>
    </p:spTree>
    <p:extLst>
      <p:ext uri="{BB962C8B-B14F-4D97-AF65-F5344CB8AC3E}">
        <p14:creationId xmlns:p14="http://schemas.microsoft.com/office/powerpoint/2010/main" val="35950354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Media">
    <p:spTree>
      <p:nvGrpSpPr>
        <p:cNvPr id="1" name=""/>
        <p:cNvGrpSpPr/>
        <p:nvPr/>
      </p:nvGrpSpPr>
      <p:grpSpPr>
        <a:xfrm>
          <a:off x="0" y="0"/>
          <a:ext cx="0" cy="0"/>
          <a:chOff x="0" y="0"/>
          <a:chExt cx="0" cy="0"/>
        </a:xfrm>
      </p:grpSpPr>
      <p:sp>
        <p:nvSpPr>
          <p:cNvPr id="6" name="Media Placeholder 5">
            <a:extLst>
              <a:ext uri="{FF2B5EF4-FFF2-40B4-BE49-F238E27FC236}">
                <a16:creationId xmlns:a16="http://schemas.microsoft.com/office/drawing/2014/main" id="{40503292-A1FA-29E1-39E2-36A996CC4D77}"/>
              </a:ext>
            </a:extLst>
          </p:cNvPr>
          <p:cNvSpPr>
            <a:spLocks noGrp="1"/>
          </p:cNvSpPr>
          <p:nvPr>
            <p:ph type="media" sz="quarter" idx="13"/>
          </p:nvPr>
        </p:nvSpPr>
        <p:spPr>
          <a:xfrm>
            <a:off x="0" y="0"/>
            <a:ext cx="12192000" cy="6858000"/>
          </a:xfrm>
          <a:prstGeom prst="rect">
            <a:avLst/>
          </a:prstGeom>
        </p:spPr>
        <p:txBody>
          <a:bodyPr/>
          <a:lstStyle>
            <a:lvl1pPr>
              <a:buFontTx/>
              <a:buNone/>
              <a:defRPr sz="100">
                <a:noFill/>
              </a:defRPr>
            </a:lvl1pPr>
          </a:lstStyle>
          <a:p>
            <a:r>
              <a:rPr lang="sv-SE"/>
              <a:t>Klicka på ikonen för att lägga till ett medieklipp</a:t>
            </a:r>
            <a:endParaRPr lang="en-GB" dirty="0"/>
          </a:p>
        </p:txBody>
      </p:sp>
    </p:spTree>
    <p:extLst>
      <p:ext uri="{BB962C8B-B14F-4D97-AF65-F5344CB8AC3E}">
        <p14:creationId xmlns:p14="http://schemas.microsoft.com/office/powerpoint/2010/main" val="5490405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ängre texter, 2 kolumner, vit">
    <p:bg>
      <p:bgPr>
        <a:solidFill>
          <a:schemeClr val="bg1"/>
        </a:solidFill>
        <a:effectLst/>
      </p:bgPr>
    </p:bg>
    <p:spTree>
      <p:nvGrpSpPr>
        <p:cNvPr id="1" name=""/>
        <p:cNvGrpSpPr/>
        <p:nvPr/>
      </p:nvGrpSpPr>
      <p:grpSpPr>
        <a:xfrm>
          <a:off x="0" y="0"/>
          <a:ext cx="0" cy="0"/>
          <a:chOff x="0" y="0"/>
          <a:chExt cx="0" cy="0"/>
        </a:xfrm>
      </p:grpSpPr>
      <p:sp>
        <p:nvSpPr>
          <p:cNvPr id="13" name="Title 5">
            <a:extLst>
              <a:ext uri="{FF2B5EF4-FFF2-40B4-BE49-F238E27FC236}">
                <a16:creationId xmlns:a16="http://schemas.microsoft.com/office/drawing/2014/main" id="{E54DD583-56FE-1F43-4A35-86AA87A9F82F}"/>
              </a:ext>
            </a:extLst>
          </p:cNvPr>
          <p:cNvSpPr>
            <a:spLocks noGrp="1"/>
          </p:cNvSpPr>
          <p:nvPr>
            <p:ph type="title"/>
          </p:nvPr>
        </p:nvSpPr>
        <p:spPr>
          <a:xfrm>
            <a:off x="377509" y="339725"/>
            <a:ext cx="10152854" cy="1468438"/>
          </a:xfrm>
        </p:spPr>
        <p:txBody>
          <a:bodyPr/>
          <a:lstStyle>
            <a:lvl1pPr>
              <a:defRPr sz="4800" baseline="0">
                <a:solidFill>
                  <a:schemeClr val="accent1"/>
                </a:solidFill>
              </a:defRPr>
            </a:lvl1pPr>
          </a:lstStyle>
          <a:p>
            <a:r>
              <a:rPr lang="sv-SE" dirty="0"/>
              <a:t>Klicka här för att ändra mall för rubrikformat</a:t>
            </a:r>
            <a:endParaRPr lang="en-GB" dirty="0"/>
          </a:p>
        </p:txBody>
      </p:sp>
      <p:sp>
        <p:nvSpPr>
          <p:cNvPr id="16" name="Text Placeholder 23">
            <a:extLst>
              <a:ext uri="{FF2B5EF4-FFF2-40B4-BE49-F238E27FC236}">
                <a16:creationId xmlns:a16="http://schemas.microsoft.com/office/drawing/2014/main" id="{303C4225-BF56-E260-0BCE-BFE842B50BEF}"/>
              </a:ext>
            </a:extLst>
          </p:cNvPr>
          <p:cNvSpPr>
            <a:spLocks noGrp="1"/>
          </p:cNvSpPr>
          <p:nvPr>
            <p:ph type="body" sz="quarter" idx="15" hasCustomPrompt="1"/>
          </p:nvPr>
        </p:nvSpPr>
        <p:spPr>
          <a:xfrm>
            <a:off x="377510" y="2171700"/>
            <a:ext cx="5502590" cy="3994150"/>
          </a:xfrm>
        </p:spPr>
        <p:txBody>
          <a:bodyPr/>
          <a:lstStyle>
            <a:lvl1pPr marL="0" indent="0">
              <a:spcBef>
                <a:spcPts val="0"/>
              </a:spcBef>
              <a:spcAft>
                <a:spcPts val="1200"/>
              </a:spcAft>
              <a:buNone/>
              <a:defRPr sz="1800" b="1" spc="-70" baseline="0">
                <a:solidFill>
                  <a:schemeClr val="tx1"/>
                </a:solidFill>
              </a:defRPr>
            </a:lvl1pPr>
          </a:lstStyle>
          <a:p>
            <a:r>
              <a:rPr lang="sv-SE" dirty="0" err="1"/>
              <a:t>Lorem</a:t>
            </a:r>
            <a:r>
              <a:rPr lang="sv-SE" dirty="0"/>
              <a:t> </a:t>
            </a:r>
            <a:r>
              <a:rPr lang="sv-SE" dirty="0" err="1"/>
              <a:t>ipsum</a:t>
            </a:r>
            <a:r>
              <a:rPr lang="sv-SE" dirty="0"/>
              <a:t> </a:t>
            </a:r>
            <a:r>
              <a:rPr lang="sv-SE" dirty="0" err="1"/>
              <a:t>dolor</a:t>
            </a:r>
            <a:r>
              <a:rPr lang="sv-SE" dirty="0"/>
              <a:t> </a:t>
            </a:r>
            <a:r>
              <a:rPr lang="sv-SE" dirty="0" err="1"/>
              <a:t>sit</a:t>
            </a:r>
            <a:r>
              <a:rPr lang="sv-SE" dirty="0"/>
              <a:t> </a:t>
            </a:r>
            <a:r>
              <a:rPr lang="sv-SE" dirty="0" err="1"/>
              <a:t>amet</a:t>
            </a:r>
            <a:r>
              <a:rPr lang="sv-SE" dirty="0"/>
              <a:t>, </a:t>
            </a:r>
            <a:r>
              <a:rPr lang="sv-SE" dirty="0" err="1"/>
              <a:t>consectetur</a:t>
            </a:r>
            <a:r>
              <a:rPr lang="sv-SE" dirty="0"/>
              <a:t> </a:t>
            </a:r>
            <a:r>
              <a:rPr lang="sv-SE" dirty="0" err="1"/>
              <a:t>adipiscing</a:t>
            </a:r>
            <a:r>
              <a:rPr lang="sv-SE" dirty="0"/>
              <a:t> elit. Sed non </a:t>
            </a:r>
            <a:r>
              <a:rPr lang="sv-SE" dirty="0" err="1"/>
              <a:t>risus</a:t>
            </a:r>
            <a:r>
              <a:rPr lang="sv-SE" dirty="0"/>
              <a:t>. </a:t>
            </a:r>
            <a:r>
              <a:rPr lang="sv-SE" dirty="0" err="1"/>
              <a:t>Suspendisse</a:t>
            </a:r>
            <a:r>
              <a:rPr lang="sv-SE" dirty="0"/>
              <a:t> </a:t>
            </a:r>
            <a:r>
              <a:rPr lang="sv-SE" dirty="0" err="1"/>
              <a:t>lectus</a:t>
            </a:r>
            <a:r>
              <a:rPr lang="sv-SE" dirty="0"/>
              <a:t> tortor, </a:t>
            </a:r>
            <a:r>
              <a:rPr lang="sv-SE" dirty="0" err="1"/>
              <a:t>dignissim</a:t>
            </a:r>
            <a:r>
              <a:rPr lang="sv-SE" dirty="0"/>
              <a:t> </a:t>
            </a:r>
            <a:r>
              <a:rPr lang="sv-SE" dirty="0" err="1"/>
              <a:t>sit</a:t>
            </a:r>
            <a:r>
              <a:rPr lang="sv-SE" dirty="0"/>
              <a:t> </a:t>
            </a:r>
            <a:r>
              <a:rPr lang="sv-SE" dirty="0" err="1"/>
              <a:t>amet</a:t>
            </a:r>
            <a:r>
              <a:rPr lang="sv-SE" dirty="0"/>
              <a:t>, </a:t>
            </a:r>
            <a:r>
              <a:rPr lang="sv-SE" dirty="0" err="1"/>
              <a:t>adipiscing</a:t>
            </a:r>
            <a:r>
              <a:rPr lang="sv-SE" dirty="0"/>
              <a:t> </a:t>
            </a:r>
            <a:r>
              <a:rPr lang="sv-SE" dirty="0" err="1"/>
              <a:t>nec</a:t>
            </a:r>
            <a:r>
              <a:rPr lang="sv-SE" dirty="0"/>
              <a:t>, </a:t>
            </a:r>
            <a:r>
              <a:rPr lang="sv-SE" dirty="0" err="1"/>
              <a:t>ultricies</a:t>
            </a:r>
            <a:r>
              <a:rPr lang="sv-SE" dirty="0"/>
              <a:t> sed, </a:t>
            </a:r>
            <a:r>
              <a:rPr lang="sv-SE" dirty="0" err="1"/>
              <a:t>dolor</a:t>
            </a:r>
            <a:r>
              <a:rPr lang="sv-SE" dirty="0"/>
              <a:t>.</a:t>
            </a:r>
          </a:p>
          <a:p>
            <a:r>
              <a:rPr lang="sv-SE" dirty="0"/>
              <a:t>Cras </a:t>
            </a:r>
            <a:r>
              <a:rPr lang="sv-SE" dirty="0" err="1"/>
              <a:t>elementum</a:t>
            </a:r>
            <a:r>
              <a:rPr lang="sv-SE" dirty="0"/>
              <a:t> </a:t>
            </a:r>
            <a:r>
              <a:rPr lang="sv-SE" dirty="0" err="1"/>
              <a:t>ultrices</a:t>
            </a:r>
            <a:r>
              <a:rPr lang="sv-SE" dirty="0"/>
              <a:t> diam. </a:t>
            </a:r>
            <a:r>
              <a:rPr lang="sv-SE" dirty="0" err="1"/>
              <a:t>Maecenas</a:t>
            </a:r>
            <a:r>
              <a:rPr lang="sv-SE" dirty="0"/>
              <a:t> </a:t>
            </a:r>
            <a:r>
              <a:rPr lang="sv-SE" dirty="0" err="1"/>
              <a:t>ligula</a:t>
            </a:r>
            <a:r>
              <a:rPr lang="sv-SE" dirty="0"/>
              <a:t> massa, </a:t>
            </a:r>
            <a:r>
              <a:rPr lang="sv-SE" dirty="0" err="1"/>
              <a:t>varius</a:t>
            </a:r>
            <a:r>
              <a:rPr lang="sv-SE" dirty="0"/>
              <a:t> a, </a:t>
            </a:r>
            <a:r>
              <a:rPr lang="sv-SE" dirty="0" err="1"/>
              <a:t>semper</a:t>
            </a:r>
            <a:r>
              <a:rPr lang="sv-SE" dirty="0"/>
              <a:t> </a:t>
            </a:r>
            <a:r>
              <a:rPr lang="sv-SE" dirty="0" err="1"/>
              <a:t>congue</a:t>
            </a:r>
            <a:r>
              <a:rPr lang="sv-SE" dirty="0"/>
              <a:t>, </a:t>
            </a:r>
            <a:r>
              <a:rPr lang="sv-SE" dirty="0" err="1"/>
              <a:t>euismod</a:t>
            </a:r>
            <a:r>
              <a:rPr lang="sv-SE" dirty="0"/>
              <a:t> non, mi. </a:t>
            </a:r>
            <a:r>
              <a:rPr lang="sv-SE" dirty="0" err="1"/>
              <a:t>Proin</a:t>
            </a:r>
            <a:r>
              <a:rPr lang="sv-SE" dirty="0"/>
              <a:t> porttitor, </a:t>
            </a:r>
            <a:r>
              <a:rPr lang="sv-SE" dirty="0" err="1"/>
              <a:t>orci</a:t>
            </a:r>
            <a:r>
              <a:rPr lang="sv-SE" dirty="0"/>
              <a:t> </a:t>
            </a:r>
            <a:r>
              <a:rPr lang="sv-SE" dirty="0" err="1"/>
              <a:t>nec</a:t>
            </a:r>
            <a:r>
              <a:rPr lang="sv-SE" dirty="0"/>
              <a:t> </a:t>
            </a:r>
            <a:r>
              <a:rPr lang="sv-SE" dirty="0" err="1"/>
              <a:t>nonummy</a:t>
            </a:r>
            <a:r>
              <a:rPr lang="sv-SE" dirty="0"/>
              <a:t> </a:t>
            </a:r>
            <a:r>
              <a:rPr lang="sv-SE" dirty="0" err="1"/>
              <a:t>molestie</a:t>
            </a:r>
            <a:r>
              <a:rPr lang="sv-SE" dirty="0"/>
              <a:t>, </a:t>
            </a:r>
            <a:r>
              <a:rPr lang="sv-SE" dirty="0" err="1"/>
              <a:t>enim</a:t>
            </a:r>
            <a:r>
              <a:rPr lang="sv-SE" dirty="0"/>
              <a:t> est </a:t>
            </a:r>
            <a:r>
              <a:rPr lang="sv-SE" dirty="0" err="1"/>
              <a:t>eleifend</a:t>
            </a:r>
            <a:r>
              <a:rPr lang="sv-SE" dirty="0"/>
              <a:t> mi, non </a:t>
            </a:r>
            <a:r>
              <a:rPr lang="sv-SE" dirty="0" err="1"/>
              <a:t>fermentum</a:t>
            </a:r>
            <a:r>
              <a:rPr lang="sv-SE" dirty="0"/>
              <a:t> </a:t>
            </a:r>
            <a:r>
              <a:rPr lang="sv-SE" dirty="0" err="1"/>
              <a:t>diam</a:t>
            </a:r>
            <a:r>
              <a:rPr lang="sv-SE" dirty="0"/>
              <a:t> </a:t>
            </a:r>
            <a:r>
              <a:rPr lang="sv-SE" dirty="0" err="1"/>
              <a:t>nisl</a:t>
            </a:r>
            <a:r>
              <a:rPr lang="sv-SE" dirty="0"/>
              <a:t> </a:t>
            </a:r>
            <a:r>
              <a:rPr lang="sv-SE" dirty="0" err="1"/>
              <a:t>sit</a:t>
            </a:r>
            <a:r>
              <a:rPr lang="sv-SE" dirty="0"/>
              <a:t> </a:t>
            </a:r>
            <a:r>
              <a:rPr lang="sv-SE" dirty="0" err="1"/>
              <a:t>amet</a:t>
            </a:r>
            <a:r>
              <a:rPr lang="sv-SE" dirty="0"/>
              <a:t> erat.</a:t>
            </a:r>
          </a:p>
          <a:p>
            <a:r>
              <a:rPr lang="sv-SE" dirty="0" err="1"/>
              <a:t>Duis</a:t>
            </a:r>
            <a:r>
              <a:rPr lang="sv-SE" dirty="0"/>
              <a:t> </a:t>
            </a:r>
            <a:r>
              <a:rPr lang="sv-SE" dirty="0" err="1"/>
              <a:t>semper</a:t>
            </a:r>
            <a:r>
              <a:rPr lang="sv-SE" dirty="0"/>
              <a:t>. </a:t>
            </a:r>
            <a:r>
              <a:rPr lang="sv-SE" dirty="0" err="1"/>
              <a:t>Duis</a:t>
            </a:r>
            <a:r>
              <a:rPr lang="sv-SE" dirty="0"/>
              <a:t> </a:t>
            </a:r>
            <a:r>
              <a:rPr lang="sv-SE" dirty="0" err="1"/>
              <a:t>arcu</a:t>
            </a:r>
            <a:r>
              <a:rPr lang="sv-SE" dirty="0"/>
              <a:t> massa, </a:t>
            </a:r>
            <a:r>
              <a:rPr lang="sv-SE" dirty="0" err="1"/>
              <a:t>scelerisque</a:t>
            </a:r>
            <a:r>
              <a:rPr lang="sv-SE" dirty="0"/>
              <a:t> vitae, </a:t>
            </a:r>
            <a:r>
              <a:rPr lang="sv-SE" dirty="0" err="1"/>
              <a:t>consequat</a:t>
            </a:r>
            <a:r>
              <a:rPr lang="sv-SE" dirty="0"/>
              <a:t> in, </a:t>
            </a:r>
            <a:r>
              <a:rPr lang="sv-SE" dirty="0" err="1"/>
              <a:t>pretium</a:t>
            </a:r>
            <a:r>
              <a:rPr lang="sv-SE" dirty="0"/>
              <a:t> a, </a:t>
            </a:r>
            <a:r>
              <a:rPr lang="sv-SE" dirty="0" err="1"/>
              <a:t>enim</a:t>
            </a:r>
            <a:r>
              <a:rPr lang="sv-SE" dirty="0"/>
              <a:t>. </a:t>
            </a:r>
            <a:r>
              <a:rPr lang="sv-SE" dirty="0" err="1"/>
              <a:t>Pellentesque</a:t>
            </a:r>
            <a:r>
              <a:rPr lang="sv-SE" dirty="0"/>
              <a:t> </a:t>
            </a:r>
            <a:r>
              <a:rPr lang="sv-SE" dirty="0" err="1"/>
              <a:t>congue</a:t>
            </a:r>
            <a:r>
              <a:rPr lang="sv-SE" dirty="0"/>
              <a:t>. Ut in </a:t>
            </a:r>
            <a:r>
              <a:rPr lang="sv-SE" dirty="0" err="1"/>
              <a:t>risus</a:t>
            </a:r>
            <a:r>
              <a:rPr lang="sv-SE" dirty="0"/>
              <a:t> </a:t>
            </a:r>
            <a:r>
              <a:rPr lang="sv-SE" dirty="0" err="1"/>
              <a:t>volutpat</a:t>
            </a:r>
            <a:r>
              <a:rPr lang="sv-SE" dirty="0"/>
              <a:t> libero </a:t>
            </a:r>
            <a:r>
              <a:rPr lang="sv-SE" dirty="0" err="1"/>
              <a:t>pharetra</a:t>
            </a:r>
            <a:r>
              <a:rPr lang="sv-SE" dirty="0"/>
              <a:t> </a:t>
            </a:r>
            <a:r>
              <a:rPr lang="sv-SE" dirty="0" err="1"/>
              <a:t>tempor</a:t>
            </a:r>
            <a:r>
              <a:rPr lang="sv-SE" dirty="0"/>
              <a:t>.</a:t>
            </a:r>
          </a:p>
        </p:txBody>
      </p:sp>
      <p:sp>
        <p:nvSpPr>
          <p:cNvPr id="17" name="Text Placeholder 23">
            <a:extLst>
              <a:ext uri="{FF2B5EF4-FFF2-40B4-BE49-F238E27FC236}">
                <a16:creationId xmlns:a16="http://schemas.microsoft.com/office/drawing/2014/main" id="{EF4934FA-C1E4-CBA1-59C9-2C2217457F16}"/>
              </a:ext>
            </a:extLst>
          </p:cNvPr>
          <p:cNvSpPr>
            <a:spLocks noGrp="1"/>
          </p:cNvSpPr>
          <p:nvPr>
            <p:ph type="body" sz="quarter" idx="16" hasCustomPrompt="1"/>
          </p:nvPr>
        </p:nvSpPr>
        <p:spPr>
          <a:xfrm>
            <a:off x="6321110" y="2171700"/>
            <a:ext cx="5502590" cy="3994150"/>
          </a:xfrm>
        </p:spPr>
        <p:txBody>
          <a:bodyPr/>
          <a:lstStyle>
            <a:lvl1pPr marL="0" indent="0">
              <a:spcBef>
                <a:spcPts val="0"/>
              </a:spcBef>
              <a:spcAft>
                <a:spcPts val="1200"/>
              </a:spcAft>
              <a:buNone/>
              <a:defRPr sz="1800" b="1" spc="-70" baseline="0">
                <a:solidFill>
                  <a:schemeClr val="tx1"/>
                </a:solidFill>
              </a:defRPr>
            </a:lvl1pPr>
          </a:lstStyle>
          <a:p>
            <a:r>
              <a:rPr lang="sv-SE" dirty="0" err="1"/>
              <a:t>Lorem</a:t>
            </a:r>
            <a:r>
              <a:rPr lang="sv-SE" dirty="0"/>
              <a:t> </a:t>
            </a:r>
            <a:r>
              <a:rPr lang="sv-SE" dirty="0" err="1"/>
              <a:t>ipsum</a:t>
            </a:r>
            <a:r>
              <a:rPr lang="sv-SE" dirty="0"/>
              <a:t> </a:t>
            </a:r>
            <a:r>
              <a:rPr lang="sv-SE" dirty="0" err="1"/>
              <a:t>dolor</a:t>
            </a:r>
            <a:r>
              <a:rPr lang="sv-SE" dirty="0"/>
              <a:t> </a:t>
            </a:r>
            <a:r>
              <a:rPr lang="sv-SE" dirty="0" err="1"/>
              <a:t>sit</a:t>
            </a:r>
            <a:r>
              <a:rPr lang="sv-SE" dirty="0"/>
              <a:t> </a:t>
            </a:r>
            <a:r>
              <a:rPr lang="sv-SE" dirty="0" err="1"/>
              <a:t>amet</a:t>
            </a:r>
            <a:r>
              <a:rPr lang="sv-SE" dirty="0"/>
              <a:t>, </a:t>
            </a:r>
            <a:r>
              <a:rPr lang="sv-SE" dirty="0" err="1"/>
              <a:t>consectetur</a:t>
            </a:r>
            <a:r>
              <a:rPr lang="sv-SE" dirty="0"/>
              <a:t> </a:t>
            </a:r>
            <a:r>
              <a:rPr lang="sv-SE" dirty="0" err="1"/>
              <a:t>adipiscing</a:t>
            </a:r>
            <a:r>
              <a:rPr lang="sv-SE" dirty="0"/>
              <a:t> elit. Sed non </a:t>
            </a:r>
            <a:r>
              <a:rPr lang="sv-SE" dirty="0" err="1"/>
              <a:t>risus</a:t>
            </a:r>
            <a:r>
              <a:rPr lang="sv-SE" dirty="0"/>
              <a:t>. </a:t>
            </a:r>
            <a:r>
              <a:rPr lang="sv-SE" dirty="0" err="1"/>
              <a:t>Suspendisse</a:t>
            </a:r>
            <a:r>
              <a:rPr lang="sv-SE" dirty="0"/>
              <a:t> </a:t>
            </a:r>
            <a:r>
              <a:rPr lang="sv-SE" dirty="0" err="1"/>
              <a:t>lectus</a:t>
            </a:r>
            <a:r>
              <a:rPr lang="sv-SE" dirty="0"/>
              <a:t> tortor, </a:t>
            </a:r>
            <a:r>
              <a:rPr lang="sv-SE" dirty="0" err="1"/>
              <a:t>dignissim</a:t>
            </a:r>
            <a:r>
              <a:rPr lang="sv-SE" dirty="0"/>
              <a:t> </a:t>
            </a:r>
            <a:r>
              <a:rPr lang="sv-SE" dirty="0" err="1"/>
              <a:t>sit</a:t>
            </a:r>
            <a:r>
              <a:rPr lang="sv-SE" dirty="0"/>
              <a:t> </a:t>
            </a:r>
            <a:r>
              <a:rPr lang="sv-SE" dirty="0" err="1"/>
              <a:t>amet</a:t>
            </a:r>
            <a:r>
              <a:rPr lang="sv-SE" dirty="0"/>
              <a:t>, </a:t>
            </a:r>
            <a:r>
              <a:rPr lang="sv-SE" dirty="0" err="1"/>
              <a:t>adipiscing</a:t>
            </a:r>
            <a:r>
              <a:rPr lang="sv-SE" dirty="0"/>
              <a:t> </a:t>
            </a:r>
            <a:r>
              <a:rPr lang="sv-SE" dirty="0" err="1"/>
              <a:t>nec</a:t>
            </a:r>
            <a:r>
              <a:rPr lang="sv-SE" dirty="0"/>
              <a:t>, </a:t>
            </a:r>
            <a:r>
              <a:rPr lang="sv-SE" dirty="0" err="1"/>
              <a:t>ultricies</a:t>
            </a:r>
            <a:r>
              <a:rPr lang="sv-SE" dirty="0"/>
              <a:t> sed, </a:t>
            </a:r>
            <a:r>
              <a:rPr lang="sv-SE" dirty="0" err="1"/>
              <a:t>dolor</a:t>
            </a:r>
            <a:r>
              <a:rPr lang="sv-SE" dirty="0"/>
              <a:t>.</a:t>
            </a:r>
          </a:p>
          <a:p>
            <a:r>
              <a:rPr lang="sv-SE" dirty="0"/>
              <a:t>Cras </a:t>
            </a:r>
            <a:r>
              <a:rPr lang="sv-SE" dirty="0" err="1"/>
              <a:t>elementum</a:t>
            </a:r>
            <a:r>
              <a:rPr lang="sv-SE" dirty="0"/>
              <a:t> </a:t>
            </a:r>
            <a:r>
              <a:rPr lang="sv-SE" dirty="0" err="1"/>
              <a:t>ultrices</a:t>
            </a:r>
            <a:r>
              <a:rPr lang="sv-SE" dirty="0"/>
              <a:t> diam. </a:t>
            </a:r>
            <a:r>
              <a:rPr lang="sv-SE" dirty="0" err="1"/>
              <a:t>Maecenas</a:t>
            </a:r>
            <a:r>
              <a:rPr lang="sv-SE" dirty="0"/>
              <a:t> </a:t>
            </a:r>
            <a:r>
              <a:rPr lang="sv-SE" dirty="0" err="1"/>
              <a:t>ligula</a:t>
            </a:r>
            <a:r>
              <a:rPr lang="sv-SE" dirty="0"/>
              <a:t> massa, </a:t>
            </a:r>
            <a:r>
              <a:rPr lang="sv-SE" dirty="0" err="1"/>
              <a:t>varius</a:t>
            </a:r>
            <a:r>
              <a:rPr lang="sv-SE" dirty="0"/>
              <a:t> a, </a:t>
            </a:r>
            <a:r>
              <a:rPr lang="sv-SE" dirty="0" err="1"/>
              <a:t>semper</a:t>
            </a:r>
            <a:r>
              <a:rPr lang="sv-SE" dirty="0"/>
              <a:t> </a:t>
            </a:r>
            <a:r>
              <a:rPr lang="sv-SE" dirty="0" err="1"/>
              <a:t>congue</a:t>
            </a:r>
            <a:r>
              <a:rPr lang="sv-SE" dirty="0"/>
              <a:t>, </a:t>
            </a:r>
            <a:r>
              <a:rPr lang="sv-SE" dirty="0" err="1"/>
              <a:t>euismod</a:t>
            </a:r>
            <a:r>
              <a:rPr lang="sv-SE" dirty="0"/>
              <a:t> non, mi. </a:t>
            </a:r>
            <a:r>
              <a:rPr lang="sv-SE" dirty="0" err="1"/>
              <a:t>Proin</a:t>
            </a:r>
            <a:r>
              <a:rPr lang="sv-SE" dirty="0"/>
              <a:t> porttitor, </a:t>
            </a:r>
            <a:r>
              <a:rPr lang="sv-SE" dirty="0" err="1"/>
              <a:t>orci</a:t>
            </a:r>
            <a:r>
              <a:rPr lang="sv-SE" dirty="0"/>
              <a:t> </a:t>
            </a:r>
            <a:r>
              <a:rPr lang="sv-SE" dirty="0" err="1"/>
              <a:t>nec</a:t>
            </a:r>
            <a:r>
              <a:rPr lang="sv-SE" dirty="0"/>
              <a:t> </a:t>
            </a:r>
            <a:r>
              <a:rPr lang="sv-SE" dirty="0" err="1"/>
              <a:t>nonummy</a:t>
            </a:r>
            <a:r>
              <a:rPr lang="sv-SE" dirty="0"/>
              <a:t> </a:t>
            </a:r>
            <a:r>
              <a:rPr lang="sv-SE" dirty="0" err="1"/>
              <a:t>molestie</a:t>
            </a:r>
            <a:r>
              <a:rPr lang="sv-SE" dirty="0"/>
              <a:t>, </a:t>
            </a:r>
            <a:r>
              <a:rPr lang="sv-SE" dirty="0" err="1"/>
              <a:t>enim</a:t>
            </a:r>
            <a:r>
              <a:rPr lang="sv-SE" dirty="0"/>
              <a:t> est </a:t>
            </a:r>
            <a:r>
              <a:rPr lang="sv-SE" dirty="0" err="1"/>
              <a:t>eleifend</a:t>
            </a:r>
            <a:r>
              <a:rPr lang="sv-SE" dirty="0"/>
              <a:t> mi, non </a:t>
            </a:r>
            <a:r>
              <a:rPr lang="sv-SE" dirty="0" err="1"/>
              <a:t>fermentum</a:t>
            </a:r>
            <a:r>
              <a:rPr lang="sv-SE" dirty="0"/>
              <a:t> </a:t>
            </a:r>
            <a:r>
              <a:rPr lang="sv-SE" dirty="0" err="1"/>
              <a:t>diam</a:t>
            </a:r>
            <a:r>
              <a:rPr lang="sv-SE" dirty="0"/>
              <a:t> </a:t>
            </a:r>
            <a:r>
              <a:rPr lang="sv-SE" dirty="0" err="1"/>
              <a:t>nisl</a:t>
            </a:r>
            <a:r>
              <a:rPr lang="sv-SE" dirty="0"/>
              <a:t> </a:t>
            </a:r>
            <a:r>
              <a:rPr lang="sv-SE" dirty="0" err="1"/>
              <a:t>sit</a:t>
            </a:r>
            <a:r>
              <a:rPr lang="sv-SE" dirty="0"/>
              <a:t> </a:t>
            </a:r>
            <a:r>
              <a:rPr lang="sv-SE" dirty="0" err="1"/>
              <a:t>amet</a:t>
            </a:r>
            <a:r>
              <a:rPr lang="sv-SE" dirty="0"/>
              <a:t> erat.</a:t>
            </a:r>
          </a:p>
          <a:p>
            <a:r>
              <a:rPr lang="sv-SE" dirty="0" err="1"/>
              <a:t>Duis</a:t>
            </a:r>
            <a:r>
              <a:rPr lang="sv-SE" dirty="0"/>
              <a:t> </a:t>
            </a:r>
            <a:r>
              <a:rPr lang="sv-SE" dirty="0" err="1"/>
              <a:t>semper</a:t>
            </a:r>
            <a:r>
              <a:rPr lang="sv-SE" dirty="0"/>
              <a:t>. </a:t>
            </a:r>
            <a:r>
              <a:rPr lang="sv-SE" dirty="0" err="1"/>
              <a:t>Duis</a:t>
            </a:r>
            <a:r>
              <a:rPr lang="sv-SE" dirty="0"/>
              <a:t> </a:t>
            </a:r>
            <a:r>
              <a:rPr lang="sv-SE" dirty="0" err="1"/>
              <a:t>arcu</a:t>
            </a:r>
            <a:r>
              <a:rPr lang="sv-SE" dirty="0"/>
              <a:t> massa, </a:t>
            </a:r>
            <a:r>
              <a:rPr lang="sv-SE" dirty="0" err="1"/>
              <a:t>scelerisque</a:t>
            </a:r>
            <a:r>
              <a:rPr lang="sv-SE" dirty="0"/>
              <a:t> vitae, </a:t>
            </a:r>
            <a:r>
              <a:rPr lang="sv-SE" dirty="0" err="1"/>
              <a:t>consequat</a:t>
            </a:r>
            <a:r>
              <a:rPr lang="sv-SE" dirty="0"/>
              <a:t> in, </a:t>
            </a:r>
            <a:r>
              <a:rPr lang="sv-SE" dirty="0" err="1"/>
              <a:t>pretium</a:t>
            </a:r>
            <a:r>
              <a:rPr lang="sv-SE" dirty="0"/>
              <a:t> a, </a:t>
            </a:r>
            <a:r>
              <a:rPr lang="sv-SE" dirty="0" err="1"/>
              <a:t>enim</a:t>
            </a:r>
            <a:r>
              <a:rPr lang="sv-SE" dirty="0"/>
              <a:t>. </a:t>
            </a:r>
            <a:r>
              <a:rPr lang="sv-SE" dirty="0" err="1"/>
              <a:t>Pellentesque</a:t>
            </a:r>
            <a:r>
              <a:rPr lang="sv-SE" dirty="0"/>
              <a:t> </a:t>
            </a:r>
            <a:r>
              <a:rPr lang="sv-SE" dirty="0" err="1"/>
              <a:t>congue</a:t>
            </a:r>
            <a:r>
              <a:rPr lang="sv-SE" dirty="0"/>
              <a:t>. Ut in </a:t>
            </a:r>
            <a:r>
              <a:rPr lang="sv-SE" dirty="0" err="1"/>
              <a:t>risus</a:t>
            </a:r>
            <a:r>
              <a:rPr lang="sv-SE" dirty="0"/>
              <a:t> </a:t>
            </a:r>
            <a:r>
              <a:rPr lang="sv-SE" dirty="0" err="1"/>
              <a:t>volutpat</a:t>
            </a:r>
            <a:r>
              <a:rPr lang="sv-SE" dirty="0"/>
              <a:t> libero </a:t>
            </a:r>
            <a:r>
              <a:rPr lang="sv-SE" dirty="0" err="1"/>
              <a:t>pharetra</a:t>
            </a:r>
            <a:r>
              <a:rPr lang="sv-SE" dirty="0"/>
              <a:t> </a:t>
            </a:r>
            <a:r>
              <a:rPr lang="sv-SE" dirty="0" err="1"/>
              <a:t>tempor</a:t>
            </a:r>
            <a:r>
              <a:rPr lang="sv-SE" dirty="0"/>
              <a:t>.</a:t>
            </a:r>
          </a:p>
        </p:txBody>
      </p:sp>
      <p:sp>
        <p:nvSpPr>
          <p:cNvPr id="2" name="Date Placeholder 3">
            <a:extLst>
              <a:ext uri="{FF2B5EF4-FFF2-40B4-BE49-F238E27FC236}">
                <a16:creationId xmlns:a16="http://schemas.microsoft.com/office/drawing/2014/main" id="{5C8F51E8-2D1C-4001-0520-78E621C33BD6}"/>
              </a:ext>
            </a:extLst>
          </p:cNvPr>
          <p:cNvSpPr>
            <a:spLocks noGrp="1"/>
          </p:cNvSpPr>
          <p:nvPr>
            <p:ph type="dt" sz="half" idx="10"/>
          </p:nvPr>
        </p:nvSpPr>
        <p:spPr>
          <a:xfrm>
            <a:off x="6149975" y="6496847"/>
            <a:ext cx="1773238" cy="107948"/>
          </a:xfrm>
          <a:prstGeom prst="rect">
            <a:avLst/>
          </a:prstGeom>
        </p:spPr>
        <p:txBody>
          <a:bodyPr/>
          <a:lstStyle>
            <a:lvl1pPr>
              <a:defRPr>
                <a:solidFill>
                  <a:schemeClr val="accent1"/>
                </a:solidFill>
              </a:defRPr>
            </a:lvl1pPr>
          </a:lstStyle>
          <a:p>
            <a:fld id="{D69B53CD-4D42-4C75-9ADC-DBD34BDEB5A2}" type="datetime1">
              <a:rPr lang="sv-SE" smtClean="0"/>
              <a:t>2026-05-13</a:t>
            </a:fld>
            <a:endParaRPr lang="sv-SE" dirty="0"/>
          </a:p>
        </p:txBody>
      </p:sp>
      <p:sp>
        <p:nvSpPr>
          <p:cNvPr id="3" name="Footer Placeholder 4">
            <a:extLst>
              <a:ext uri="{FF2B5EF4-FFF2-40B4-BE49-F238E27FC236}">
                <a16:creationId xmlns:a16="http://schemas.microsoft.com/office/drawing/2014/main" id="{EEC310F8-E1EC-7D47-A348-50075C8D78E5}"/>
              </a:ext>
            </a:extLst>
          </p:cNvPr>
          <p:cNvSpPr>
            <a:spLocks noGrp="1"/>
          </p:cNvSpPr>
          <p:nvPr>
            <p:ph type="ftr" sz="quarter" idx="11"/>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8" name="Slide Number Placeholder 5">
            <a:extLst>
              <a:ext uri="{FF2B5EF4-FFF2-40B4-BE49-F238E27FC236}">
                <a16:creationId xmlns:a16="http://schemas.microsoft.com/office/drawing/2014/main" id="{FA069777-F105-FACA-DF5D-38DB3DC28CC2}"/>
              </a:ext>
            </a:extLst>
          </p:cNvPr>
          <p:cNvSpPr>
            <a:spLocks noGrp="1"/>
          </p:cNvSpPr>
          <p:nvPr>
            <p:ph type="sldNum" sz="quarter" idx="12"/>
          </p:nvPr>
        </p:nvSpPr>
        <p:spPr>
          <a:xfrm>
            <a:off x="377509" y="6499228"/>
            <a:ext cx="571500" cy="109535"/>
          </a:xfrm>
          <a:prstGeom prst="rect">
            <a:avLst/>
          </a:prstGeom>
        </p:spPr>
        <p:txBody>
          <a:bodyPr/>
          <a:lstStyle>
            <a:lvl1pPr>
              <a:defRPr>
                <a:solidFill>
                  <a:schemeClr val="accent1"/>
                </a:solidFill>
              </a:defRPr>
            </a:lvl1pPr>
          </a:lstStyle>
          <a:p>
            <a:fld id="{E6619F8C-5C5F-45C4-867D-26540600E532}" type="slidenum">
              <a:rPr lang="sv-SE" smtClean="0"/>
              <a:pPr/>
              <a:t>‹#›</a:t>
            </a:fld>
            <a:endParaRPr lang="sv-SE" dirty="0"/>
          </a:p>
        </p:txBody>
      </p:sp>
      <p:pic>
        <p:nvPicPr>
          <p:cNvPr id="4" name="Bild 3">
            <a:extLst>
              <a:ext uri="{FF2B5EF4-FFF2-40B4-BE49-F238E27FC236}">
                <a16:creationId xmlns:a16="http://schemas.microsoft.com/office/drawing/2014/main" id="{DB314DBC-19A8-C3B7-6346-FB6C4F56E7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2936032930"/>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3884">
          <p15:clr>
            <a:srgbClr val="FBAE40"/>
          </p15:clr>
        </p15:guide>
        <p15:guide id="3" pos="3704">
          <p15:clr>
            <a:srgbClr val="FBAE40"/>
          </p15:clr>
        </p15:guide>
        <p15:guide id="4" pos="3976">
          <p15:clr>
            <a:srgbClr val="FBAE40"/>
          </p15:clr>
        </p15:guide>
        <p15:guide id="5" pos="7446">
          <p15:clr>
            <a:srgbClr val="FBAE40"/>
          </p15:clr>
        </p15:guide>
        <p15:guide id="6" pos="23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ängre texter, 2 kolumner, beige">
    <p:bg>
      <p:bgPr>
        <a:solidFill>
          <a:schemeClr val="bg2"/>
        </a:solidFill>
        <a:effectLst/>
      </p:bgPr>
    </p:bg>
    <p:spTree>
      <p:nvGrpSpPr>
        <p:cNvPr id="1" name=""/>
        <p:cNvGrpSpPr/>
        <p:nvPr/>
      </p:nvGrpSpPr>
      <p:grpSpPr>
        <a:xfrm>
          <a:off x="0" y="0"/>
          <a:ext cx="0" cy="0"/>
          <a:chOff x="0" y="0"/>
          <a:chExt cx="0" cy="0"/>
        </a:xfrm>
      </p:grpSpPr>
      <p:sp>
        <p:nvSpPr>
          <p:cNvPr id="13" name="Title 5">
            <a:extLst>
              <a:ext uri="{FF2B5EF4-FFF2-40B4-BE49-F238E27FC236}">
                <a16:creationId xmlns:a16="http://schemas.microsoft.com/office/drawing/2014/main" id="{E54DD583-56FE-1F43-4A35-86AA87A9F82F}"/>
              </a:ext>
            </a:extLst>
          </p:cNvPr>
          <p:cNvSpPr>
            <a:spLocks noGrp="1"/>
          </p:cNvSpPr>
          <p:nvPr>
            <p:ph type="title"/>
          </p:nvPr>
        </p:nvSpPr>
        <p:spPr>
          <a:xfrm>
            <a:off x="377509" y="339725"/>
            <a:ext cx="10152854" cy="1468438"/>
          </a:xfrm>
        </p:spPr>
        <p:txBody>
          <a:bodyPr/>
          <a:lstStyle>
            <a:lvl1pPr>
              <a:defRPr sz="4800" baseline="0">
                <a:solidFill>
                  <a:schemeClr val="accent1"/>
                </a:solidFill>
              </a:defRPr>
            </a:lvl1pPr>
          </a:lstStyle>
          <a:p>
            <a:r>
              <a:rPr lang="sv-SE" dirty="0"/>
              <a:t>Klicka här för att ändra mall för rubrikformat</a:t>
            </a:r>
            <a:endParaRPr lang="en-GB" dirty="0"/>
          </a:p>
        </p:txBody>
      </p:sp>
      <p:sp>
        <p:nvSpPr>
          <p:cNvPr id="16" name="Text Placeholder 23">
            <a:extLst>
              <a:ext uri="{FF2B5EF4-FFF2-40B4-BE49-F238E27FC236}">
                <a16:creationId xmlns:a16="http://schemas.microsoft.com/office/drawing/2014/main" id="{303C4225-BF56-E260-0BCE-BFE842B50BEF}"/>
              </a:ext>
            </a:extLst>
          </p:cNvPr>
          <p:cNvSpPr>
            <a:spLocks noGrp="1"/>
          </p:cNvSpPr>
          <p:nvPr>
            <p:ph type="body" sz="quarter" idx="15" hasCustomPrompt="1"/>
          </p:nvPr>
        </p:nvSpPr>
        <p:spPr>
          <a:xfrm>
            <a:off x="377510" y="2171700"/>
            <a:ext cx="5502590" cy="3994150"/>
          </a:xfrm>
        </p:spPr>
        <p:txBody>
          <a:bodyPr/>
          <a:lstStyle>
            <a:lvl1pPr marL="0" indent="0">
              <a:spcBef>
                <a:spcPts val="0"/>
              </a:spcBef>
              <a:spcAft>
                <a:spcPts val="1200"/>
              </a:spcAft>
              <a:buNone/>
              <a:defRPr sz="1800" b="1" spc="-70" baseline="0">
                <a:solidFill>
                  <a:schemeClr val="tx1"/>
                </a:solidFill>
              </a:defRPr>
            </a:lvl1pPr>
          </a:lstStyle>
          <a:p>
            <a:r>
              <a:rPr lang="sv-SE" dirty="0" err="1"/>
              <a:t>Lorem</a:t>
            </a:r>
            <a:r>
              <a:rPr lang="sv-SE" dirty="0"/>
              <a:t> </a:t>
            </a:r>
            <a:r>
              <a:rPr lang="sv-SE" dirty="0" err="1"/>
              <a:t>ipsum</a:t>
            </a:r>
            <a:r>
              <a:rPr lang="sv-SE" dirty="0"/>
              <a:t> </a:t>
            </a:r>
            <a:r>
              <a:rPr lang="sv-SE" dirty="0" err="1"/>
              <a:t>dolor</a:t>
            </a:r>
            <a:r>
              <a:rPr lang="sv-SE" dirty="0"/>
              <a:t> </a:t>
            </a:r>
            <a:r>
              <a:rPr lang="sv-SE" dirty="0" err="1"/>
              <a:t>sit</a:t>
            </a:r>
            <a:r>
              <a:rPr lang="sv-SE" dirty="0"/>
              <a:t> </a:t>
            </a:r>
            <a:r>
              <a:rPr lang="sv-SE" dirty="0" err="1"/>
              <a:t>amet</a:t>
            </a:r>
            <a:r>
              <a:rPr lang="sv-SE" dirty="0"/>
              <a:t>, </a:t>
            </a:r>
            <a:r>
              <a:rPr lang="sv-SE" dirty="0" err="1"/>
              <a:t>consectetur</a:t>
            </a:r>
            <a:r>
              <a:rPr lang="sv-SE" dirty="0"/>
              <a:t> </a:t>
            </a:r>
            <a:r>
              <a:rPr lang="sv-SE" dirty="0" err="1"/>
              <a:t>adipiscing</a:t>
            </a:r>
            <a:r>
              <a:rPr lang="sv-SE" dirty="0"/>
              <a:t> elit. Sed non </a:t>
            </a:r>
            <a:r>
              <a:rPr lang="sv-SE" dirty="0" err="1"/>
              <a:t>risus</a:t>
            </a:r>
            <a:r>
              <a:rPr lang="sv-SE" dirty="0"/>
              <a:t>. </a:t>
            </a:r>
            <a:r>
              <a:rPr lang="sv-SE" dirty="0" err="1"/>
              <a:t>Suspendisse</a:t>
            </a:r>
            <a:r>
              <a:rPr lang="sv-SE" dirty="0"/>
              <a:t> </a:t>
            </a:r>
            <a:r>
              <a:rPr lang="sv-SE" dirty="0" err="1"/>
              <a:t>lectus</a:t>
            </a:r>
            <a:r>
              <a:rPr lang="sv-SE" dirty="0"/>
              <a:t> tortor, </a:t>
            </a:r>
            <a:r>
              <a:rPr lang="sv-SE" dirty="0" err="1"/>
              <a:t>dignissim</a:t>
            </a:r>
            <a:r>
              <a:rPr lang="sv-SE" dirty="0"/>
              <a:t> </a:t>
            </a:r>
            <a:r>
              <a:rPr lang="sv-SE" dirty="0" err="1"/>
              <a:t>sit</a:t>
            </a:r>
            <a:r>
              <a:rPr lang="sv-SE" dirty="0"/>
              <a:t> </a:t>
            </a:r>
            <a:r>
              <a:rPr lang="sv-SE" dirty="0" err="1"/>
              <a:t>amet</a:t>
            </a:r>
            <a:r>
              <a:rPr lang="sv-SE" dirty="0"/>
              <a:t>, </a:t>
            </a:r>
            <a:r>
              <a:rPr lang="sv-SE" dirty="0" err="1"/>
              <a:t>adipiscing</a:t>
            </a:r>
            <a:r>
              <a:rPr lang="sv-SE" dirty="0"/>
              <a:t> </a:t>
            </a:r>
            <a:r>
              <a:rPr lang="sv-SE" dirty="0" err="1"/>
              <a:t>nec</a:t>
            </a:r>
            <a:r>
              <a:rPr lang="sv-SE" dirty="0"/>
              <a:t>, </a:t>
            </a:r>
            <a:r>
              <a:rPr lang="sv-SE" dirty="0" err="1"/>
              <a:t>ultricies</a:t>
            </a:r>
            <a:r>
              <a:rPr lang="sv-SE" dirty="0"/>
              <a:t> sed, </a:t>
            </a:r>
            <a:r>
              <a:rPr lang="sv-SE" dirty="0" err="1"/>
              <a:t>dolor</a:t>
            </a:r>
            <a:r>
              <a:rPr lang="sv-SE" dirty="0"/>
              <a:t>.</a:t>
            </a:r>
          </a:p>
          <a:p>
            <a:r>
              <a:rPr lang="sv-SE" dirty="0"/>
              <a:t>Cras </a:t>
            </a:r>
            <a:r>
              <a:rPr lang="sv-SE" dirty="0" err="1"/>
              <a:t>elementum</a:t>
            </a:r>
            <a:r>
              <a:rPr lang="sv-SE" dirty="0"/>
              <a:t> </a:t>
            </a:r>
            <a:r>
              <a:rPr lang="sv-SE" dirty="0" err="1"/>
              <a:t>ultrices</a:t>
            </a:r>
            <a:r>
              <a:rPr lang="sv-SE" dirty="0"/>
              <a:t> diam. </a:t>
            </a:r>
            <a:r>
              <a:rPr lang="sv-SE" dirty="0" err="1"/>
              <a:t>Maecenas</a:t>
            </a:r>
            <a:r>
              <a:rPr lang="sv-SE" dirty="0"/>
              <a:t> </a:t>
            </a:r>
            <a:r>
              <a:rPr lang="sv-SE" dirty="0" err="1"/>
              <a:t>ligula</a:t>
            </a:r>
            <a:r>
              <a:rPr lang="sv-SE" dirty="0"/>
              <a:t> massa, </a:t>
            </a:r>
            <a:r>
              <a:rPr lang="sv-SE" dirty="0" err="1"/>
              <a:t>varius</a:t>
            </a:r>
            <a:r>
              <a:rPr lang="sv-SE" dirty="0"/>
              <a:t> a, </a:t>
            </a:r>
            <a:r>
              <a:rPr lang="sv-SE" dirty="0" err="1"/>
              <a:t>semper</a:t>
            </a:r>
            <a:r>
              <a:rPr lang="sv-SE" dirty="0"/>
              <a:t> </a:t>
            </a:r>
            <a:r>
              <a:rPr lang="sv-SE" dirty="0" err="1"/>
              <a:t>congue</a:t>
            </a:r>
            <a:r>
              <a:rPr lang="sv-SE" dirty="0"/>
              <a:t>, </a:t>
            </a:r>
            <a:r>
              <a:rPr lang="sv-SE" dirty="0" err="1"/>
              <a:t>euismod</a:t>
            </a:r>
            <a:r>
              <a:rPr lang="sv-SE" dirty="0"/>
              <a:t> non, mi. </a:t>
            </a:r>
            <a:r>
              <a:rPr lang="sv-SE" dirty="0" err="1"/>
              <a:t>Proin</a:t>
            </a:r>
            <a:r>
              <a:rPr lang="sv-SE" dirty="0"/>
              <a:t> porttitor, </a:t>
            </a:r>
            <a:r>
              <a:rPr lang="sv-SE" dirty="0" err="1"/>
              <a:t>orci</a:t>
            </a:r>
            <a:r>
              <a:rPr lang="sv-SE" dirty="0"/>
              <a:t> </a:t>
            </a:r>
            <a:r>
              <a:rPr lang="sv-SE" dirty="0" err="1"/>
              <a:t>nec</a:t>
            </a:r>
            <a:r>
              <a:rPr lang="sv-SE" dirty="0"/>
              <a:t> </a:t>
            </a:r>
            <a:r>
              <a:rPr lang="sv-SE" dirty="0" err="1"/>
              <a:t>nonummy</a:t>
            </a:r>
            <a:r>
              <a:rPr lang="sv-SE" dirty="0"/>
              <a:t> </a:t>
            </a:r>
            <a:r>
              <a:rPr lang="sv-SE" dirty="0" err="1"/>
              <a:t>molestie</a:t>
            </a:r>
            <a:r>
              <a:rPr lang="sv-SE" dirty="0"/>
              <a:t>, </a:t>
            </a:r>
            <a:r>
              <a:rPr lang="sv-SE" dirty="0" err="1"/>
              <a:t>enim</a:t>
            </a:r>
            <a:r>
              <a:rPr lang="sv-SE" dirty="0"/>
              <a:t> est </a:t>
            </a:r>
            <a:r>
              <a:rPr lang="sv-SE" dirty="0" err="1"/>
              <a:t>eleifend</a:t>
            </a:r>
            <a:r>
              <a:rPr lang="sv-SE" dirty="0"/>
              <a:t> mi, non </a:t>
            </a:r>
            <a:r>
              <a:rPr lang="sv-SE" dirty="0" err="1"/>
              <a:t>fermentum</a:t>
            </a:r>
            <a:r>
              <a:rPr lang="sv-SE" dirty="0"/>
              <a:t> </a:t>
            </a:r>
            <a:r>
              <a:rPr lang="sv-SE" dirty="0" err="1"/>
              <a:t>diam</a:t>
            </a:r>
            <a:r>
              <a:rPr lang="sv-SE" dirty="0"/>
              <a:t> </a:t>
            </a:r>
            <a:r>
              <a:rPr lang="sv-SE" dirty="0" err="1"/>
              <a:t>nisl</a:t>
            </a:r>
            <a:r>
              <a:rPr lang="sv-SE" dirty="0"/>
              <a:t> </a:t>
            </a:r>
            <a:r>
              <a:rPr lang="sv-SE" dirty="0" err="1"/>
              <a:t>sit</a:t>
            </a:r>
            <a:r>
              <a:rPr lang="sv-SE" dirty="0"/>
              <a:t> </a:t>
            </a:r>
            <a:r>
              <a:rPr lang="sv-SE" dirty="0" err="1"/>
              <a:t>amet</a:t>
            </a:r>
            <a:r>
              <a:rPr lang="sv-SE" dirty="0"/>
              <a:t> erat.</a:t>
            </a:r>
          </a:p>
          <a:p>
            <a:r>
              <a:rPr lang="sv-SE" dirty="0" err="1"/>
              <a:t>Duis</a:t>
            </a:r>
            <a:r>
              <a:rPr lang="sv-SE" dirty="0"/>
              <a:t> </a:t>
            </a:r>
            <a:r>
              <a:rPr lang="sv-SE" dirty="0" err="1"/>
              <a:t>semper</a:t>
            </a:r>
            <a:r>
              <a:rPr lang="sv-SE" dirty="0"/>
              <a:t>. </a:t>
            </a:r>
            <a:r>
              <a:rPr lang="sv-SE" dirty="0" err="1"/>
              <a:t>Duis</a:t>
            </a:r>
            <a:r>
              <a:rPr lang="sv-SE" dirty="0"/>
              <a:t> </a:t>
            </a:r>
            <a:r>
              <a:rPr lang="sv-SE" dirty="0" err="1"/>
              <a:t>arcu</a:t>
            </a:r>
            <a:r>
              <a:rPr lang="sv-SE" dirty="0"/>
              <a:t> massa, </a:t>
            </a:r>
            <a:r>
              <a:rPr lang="sv-SE" dirty="0" err="1"/>
              <a:t>scelerisque</a:t>
            </a:r>
            <a:r>
              <a:rPr lang="sv-SE" dirty="0"/>
              <a:t> vitae, </a:t>
            </a:r>
            <a:r>
              <a:rPr lang="sv-SE" dirty="0" err="1"/>
              <a:t>consequat</a:t>
            </a:r>
            <a:r>
              <a:rPr lang="sv-SE" dirty="0"/>
              <a:t> in, </a:t>
            </a:r>
            <a:r>
              <a:rPr lang="sv-SE" dirty="0" err="1"/>
              <a:t>pretium</a:t>
            </a:r>
            <a:r>
              <a:rPr lang="sv-SE" dirty="0"/>
              <a:t> a, </a:t>
            </a:r>
            <a:r>
              <a:rPr lang="sv-SE" dirty="0" err="1"/>
              <a:t>enim</a:t>
            </a:r>
            <a:r>
              <a:rPr lang="sv-SE" dirty="0"/>
              <a:t>. </a:t>
            </a:r>
            <a:r>
              <a:rPr lang="sv-SE" dirty="0" err="1"/>
              <a:t>Pellentesque</a:t>
            </a:r>
            <a:r>
              <a:rPr lang="sv-SE" dirty="0"/>
              <a:t> </a:t>
            </a:r>
            <a:r>
              <a:rPr lang="sv-SE" dirty="0" err="1"/>
              <a:t>congue</a:t>
            </a:r>
            <a:r>
              <a:rPr lang="sv-SE" dirty="0"/>
              <a:t>. Ut in </a:t>
            </a:r>
            <a:r>
              <a:rPr lang="sv-SE" dirty="0" err="1"/>
              <a:t>risus</a:t>
            </a:r>
            <a:r>
              <a:rPr lang="sv-SE" dirty="0"/>
              <a:t> </a:t>
            </a:r>
            <a:r>
              <a:rPr lang="sv-SE" dirty="0" err="1"/>
              <a:t>volutpat</a:t>
            </a:r>
            <a:r>
              <a:rPr lang="sv-SE" dirty="0"/>
              <a:t> libero </a:t>
            </a:r>
            <a:r>
              <a:rPr lang="sv-SE" dirty="0" err="1"/>
              <a:t>pharetra</a:t>
            </a:r>
            <a:r>
              <a:rPr lang="sv-SE" dirty="0"/>
              <a:t> </a:t>
            </a:r>
            <a:r>
              <a:rPr lang="sv-SE" dirty="0" err="1"/>
              <a:t>tempor</a:t>
            </a:r>
            <a:r>
              <a:rPr lang="sv-SE" dirty="0"/>
              <a:t>.</a:t>
            </a:r>
          </a:p>
        </p:txBody>
      </p:sp>
      <p:sp>
        <p:nvSpPr>
          <p:cNvPr id="17" name="Text Placeholder 23">
            <a:extLst>
              <a:ext uri="{FF2B5EF4-FFF2-40B4-BE49-F238E27FC236}">
                <a16:creationId xmlns:a16="http://schemas.microsoft.com/office/drawing/2014/main" id="{EF4934FA-C1E4-CBA1-59C9-2C2217457F16}"/>
              </a:ext>
            </a:extLst>
          </p:cNvPr>
          <p:cNvSpPr>
            <a:spLocks noGrp="1"/>
          </p:cNvSpPr>
          <p:nvPr>
            <p:ph type="body" sz="quarter" idx="16" hasCustomPrompt="1"/>
          </p:nvPr>
        </p:nvSpPr>
        <p:spPr>
          <a:xfrm>
            <a:off x="6321110" y="2171700"/>
            <a:ext cx="5502590" cy="3994150"/>
          </a:xfrm>
        </p:spPr>
        <p:txBody>
          <a:bodyPr/>
          <a:lstStyle>
            <a:lvl1pPr marL="0" indent="0">
              <a:spcBef>
                <a:spcPts val="0"/>
              </a:spcBef>
              <a:spcAft>
                <a:spcPts val="1200"/>
              </a:spcAft>
              <a:buNone/>
              <a:defRPr sz="1800" b="1" spc="-70" baseline="0">
                <a:solidFill>
                  <a:schemeClr val="tx1"/>
                </a:solidFill>
              </a:defRPr>
            </a:lvl1pPr>
          </a:lstStyle>
          <a:p>
            <a:r>
              <a:rPr lang="sv-SE" dirty="0" err="1"/>
              <a:t>Lorem</a:t>
            </a:r>
            <a:r>
              <a:rPr lang="sv-SE" dirty="0"/>
              <a:t> </a:t>
            </a:r>
            <a:r>
              <a:rPr lang="sv-SE" dirty="0" err="1"/>
              <a:t>ipsum</a:t>
            </a:r>
            <a:r>
              <a:rPr lang="sv-SE" dirty="0"/>
              <a:t> </a:t>
            </a:r>
            <a:r>
              <a:rPr lang="sv-SE" dirty="0" err="1"/>
              <a:t>dolor</a:t>
            </a:r>
            <a:r>
              <a:rPr lang="sv-SE" dirty="0"/>
              <a:t> </a:t>
            </a:r>
            <a:r>
              <a:rPr lang="sv-SE" dirty="0" err="1"/>
              <a:t>sit</a:t>
            </a:r>
            <a:r>
              <a:rPr lang="sv-SE" dirty="0"/>
              <a:t> </a:t>
            </a:r>
            <a:r>
              <a:rPr lang="sv-SE" dirty="0" err="1"/>
              <a:t>amet</a:t>
            </a:r>
            <a:r>
              <a:rPr lang="sv-SE" dirty="0"/>
              <a:t>, </a:t>
            </a:r>
            <a:r>
              <a:rPr lang="sv-SE" dirty="0" err="1"/>
              <a:t>consectetur</a:t>
            </a:r>
            <a:r>
              <a:rPr lang="sv-SE" dirty="0"/>
              <a:t> </a:t>
            </a:r>
            <a:r>
              <a:rPr lang="sv-SE" dirty="0" err="1"/>
              <a:t>adipiscing</a:t>
            </a:r>
            <a:r>
              <a:rPr lang="sv-SE" dirty="0"/>
              <a:t> elit. Sed non </a:t>
            </a:r>
            <a:r>
              <a:rPr lang="sv-SE" dirty="0" err="1"/>
              <a:t>risus</a:t>
            </a:r>
            <a:r>
              <a:rPr lang="sv-SE" dirty="0"/>
              <a:t>. </a:t>
            </a:r>
            <a:r>
              <a:rPr lang="sv-SE" dirty="0" err="1"/>
              <a:t>Suspendisse</a:t>
            </a:r>
            <a:r>
              <a:rPr lang="sv-SE" dirty="0"/>
              <a:t> </a:t>
            </a:r>
            <a:r>
              <a:rPr lang="sv-SE" dirty="0" err="1"/>
              <a:t>lectus</a:t>
            </a:r>
            <a:r>
              <a:rPr lang="sv-SE" dirty="0"/>
              <a:t> tortor, </a:t>
            </a:r>
            <a:r>
              <a:rPr lang="sv-SE" dirty="0" err="1"/>
              <a:t>dignissim</a:t>
            </a:r>
            <a:r>
              <a:rPr lang="sv-SE" dirty="0"/>
              <a:t> </a:t>
            </a:r>
            <a:r>
              <a:rPr lang="sv-SE" dirty="0" err="1"/>
              <a:t>sit</a:t>
            </a:r>
            <a:r>
              <a:rPr lang="sv-SE" dirty="0"/>
              <a:t> </a:t>
            </a:r>
            <a:r>
              <a:rPr lang="sv-SE" dirty="0" err="1"/>
              <a:t>amet</a:t>
            </a:r>
            <a:r>
              <a:rPr lang="sv-SE" dirty="0"/>
              <a:t>, </a:t>
            </a:r>
            <a:r>
              <a:rPr lang="sv-SE" dirty="0" err="1"/>
              <a:t>adipiscing</a:t>
            </a:r>
            <a:r>
              <a:rPr lang="sv-SE" dirty="0"/>
              <a:t> </a:t>
            </a:r>
            <a:r>
              <a:rPr lang="sv-SE" dirty="0" err="1"/>
              <a:t>nec</a:t>
            </a:r>
            <a:r>
              <a:rPr lang="sv-SE" dirty="0"/>
              <a:t>, </a:t>
            </a:r>
            <a:r>
              <a:rPr lang="sv-SE" dirty="0" err="1"/>
              <a:t>ultricies</a:t>
            </a:r>
            <a:r>
              <a:rPr lang="sv-SE" dirty="0"/>
              <a:t> sed, </a:t>
            </a:r>
            <a:r>
              <a:rPr lang="sv-SE" dirty="0" err="1"/>
              <a:t>dolor</a:t>
            </a:r>
            <a:r>
              <a:rPr lang="sv-SE" dirty="0"/>
              <a:t>.</a:t>
            </a:r>
          </a:p>
          <a:p>
            <a:r>
              <a:rPr lang="sv-SE" dirty="0"/>
              <a:t>Cras </a:t>
            </a:r>
            <a:r>
              <a:rPr lang="sv-SE" dirty="0" err="1"/>
              <a:t>elementum</a:t>
            </a:r>
            <a:r>
              <a:rPr lang="sv-SE" dirty="0"/>
              <a:t> </a:t>
            </a:r>
            <a:r>
              <a:rPr lang="sv-SE" dirty="0" err="1"/>
              <a:t>ultrices</a:t>
            </a:r>
            <a:r>
              <a:rPr lang="sv-SE" dirty="0"/>
              <a:t> diam. </a:t>
            </a:r>
            <a:r>
              <a:rPr lang="sv-SE" dirty="0" err="1"/>
              <a:t>Maecenas</a:t>
            </a:r>
            <a:r>
              <a:rPr lang="sv-SE" dirty="0"/>
              <a:t> </a:t>
            </a:r>
            <a:r>
              <a:rPr lang="sv-SE" dirty="0" err="1"/>
              <a:t>ligula</a:t>
            </a:r>
            <a:r>
              <a:rPr lang="sv-SE" dirty="0"/>
              <a:t> massa, </a:t>
            </a:r>
            <a:r>
              <a:rPr lang="sv-SE" dirty="0" err="1"/>
              <a:t>varius</a:t>
            </a:r>
            <a:r>
              <a:rPr lang="sv-SE" dirty="0"/>
              <a:t> a, </a:t>
            </a:r>
            <a:r>
              <a:rPr lang="sv-SE" dirty="0" err="1"/>
              <a:t>semper</a:t>
            </a:r>
            <a:r>
              <a:rPr lang="sv-SE" dirty="0"/>
              <a:t> </a:t>
            </a:r>
            <a:r>
              <a:rPr lang="sv-SE" dirty="0" err="1"/>
              <a:t>congue</a:t>
            </a:r>
            <a:r>
              <a:rPr lang="sv-SE" dirty="0"/>
              <a:t>, </a:t>
            </a:r>
            <a:r>
              <a:rPr lang="sv-SE" dirty="0" err="1"/>
              <a:t>euismod</a:t>
            </a:r>
            <a:r>
              <a:rPr lang="sv-SE" dirty="0"/>
              <a:t> non, mi. </a:t>
            </a:r>
            <a:r>
              <a:rPr lang="sv-SE" dirty="0" err="1"/>
              <a:t>Proin</a:t>
            </a:r>
            <a:r>
              <a:rPr lang="sv-SE" dirty="0"/>
              <a:t> porttitor, </a:t>
            </a:r>
            <a:r>
              <a:rPr lang="sv-SE" dirty="0" err="1"/>
              <a:t>orci</a:t>
            </a:r>
            <a:r>
              <a:rPr lang="sv-SE" dirty="0"/>
              <a:t> </a:t>
            </a:r>
            <a:r>
              <a:rPr lang="sv-SE" dirty="0" err="1"/>
              <a:t>nec</a:t>
            </a:r>
            <a:r>
              <a:rPr lang="sv-SE" dirty="0"/>
              <a:t> </a:t>
            </a:r>
            <a:r>
              <a:rPr lang="sv-SE" dirty="0" err="1"/>
              <a:t>nonummy</a:t>
            </a:r>
            <a:r>
              <a:rPr lang="sv-SE" dirty="0"/>
              <a:t> </a:t>
            </a:r>
            <a:r>
              <a:rPr lang="sv-SE" dirty="0" err="1"/>
              <a:t>molestie</a:t>
            </a:r>
            <a:r>
              <a:rPr lang="sv-SE" dirty="0"/>
              <a:t>, </a:t>
            </a:r>
            <a:r>
              <a:rPr lang="sv-SE" dirty="0" err="1"/>
              <a:t>enim</a:t>
            </a:r>
            <a:r>
              <a:rPr lang="sv-SE" dirty="0"/>
              <a:t> est </a:t>
            </a:r>
            <a:r>
              <a:rPr lang="sv-SE" dirty="0" err="1"/>
              <a:t>eleifend</a:t>
            </a:r>
            <a:r>
              <a:rPr lang="sv-SE" dirty="0"/>
              <a:t> mi, non </a:t>
            </a:r>
            <a:r>
              <a:rPr lang="sv-SE" dirty="0" err="1"/>
              <a:t>fermentum</a:t>
            </a:r>
            <a:r>
              <a:rPr lang="sv-SE" dirty="0"/>
              <a:t> </a:t>
            </a:r>
            <a:r>
              <a:rPr lang="sv-SE" dirty="0" err="1"/>
              <a:t>diam</a:t>
            </a:r>
            <a:r>
              <a:rPr lang="sv-SE" dirty="0"/>
              <a:t> </a:t>
            </a:r>
            <a:r>
              <a:rPr lang="sv-SE" dirty="0" err="1"/>
              <a:t>nisl</a:t>
            </a:r>
            <a:r>
              <a:rPr lang="sv-SE" dirty="0"/>
              <a:t> </a:t>
            </a:r>
            <a:r>
              <a:rPr lang="sv-SE" dirty="0" err="1"/>
              <a:t>sit</a:t>
            </a:r>
            <a:r>
              <a:rPr lang="sv-SE" dirty="0"/>
              <a:t> </a:t>
            </a:r>
            <a:r>
              <a:rPr lang="sv-SE" dirty="0" err="1"/>
              <a:t>amet</a:t>
            </a:r>
            <a:r>
              <a:rPr lang="sv-SE" dirty="0"/>
              <a:t> erat.</a:t>
            </a:r>
          </a:p>
          <a:p>
            <a:r>
              <a:rPr lang="sv-SE" dirty="0" err="1"/>
              <a:t>Duis</a:t>
            </a:r>
            <a:r>
              <a:rPr lang="sv-SE" dirty="0"/>
              <a:t> </a:t>
            </a:r>
            <a:r>
              <a:rPr lang="sv-SE" dirty="0" err="1"/>
              <a:t>semper</a:t>
            </a:r>
            <a:r>
              <a:rPr lang="sv-SE" dirty="0"/>
              <a:t>. </a:t>
            </a:r>
            <a:r>
              <a:rPr lang="sv-SE" dirty="0" err="1"/>
              <a:t>Duis</a:t>
            </a:r>
            <a:r>
              <a:rPr lang="sv-SE" dirty="0"/>
              <a:t> </a:t>
            </a:r>
            <a:r>
              <a:rPr lang="sv-SE" dirty="0" err="1"/>
              <a:t>arcu</a:t>
            </a:r>
            <a:r>
              <a:rPr lang="sv-SE" dirty="0"/>
              <a:t> massa, </a:t>
            </a:r>
            <a:r>
              <a:rPr lang="sv-SE" dirty="0" err="1"/>
              <a:t>scelerisque</a:t>
            </a:r>
            <a:r>
              <a:rPr lang="sv-SE" dirty="0"/>
              <a:t> vitae, </a:t>
            </a:r>
            <a:r>
              <a:rPr lang="sv-SE" dirty="0" err="1"/>
              <a:t>consequat</a:t>
            </a:r>
            <a:r>
              <a:rPr lang="sv-SE" dirty="0"/>
              <a:t> in, </a:t>
            </a:r>
            <a:r>
              <a:rPr lang="sv-SE" dirty="0" err="1"/>
              <a:t>pretium</a:t>
            </a:r>
            <a:r>
              <a:rPr lang="sv-SE" dirty="0"/>
              <a:t> a, </a:t>
            </a:r>
            <a:r>
              <a:rPr lang="sv-SE" dirty="0" err="1"/>
              <a:t>enim</a:t>
            </a:r>
            <a:r>
              <a:rPr lang="sv-SE" dirty="0"/>
              <a:t>. </a:t>
            </a:r>
            <a:r>
              <a:rPr lang="sv-SE" dirty="0" err="1"/>
              <a:t>Pellentesque</a:t>
            </a:r>
            <a:r>
              <a:rPr lang="sv-SE" dirty="0"/>
              <a:t> </a:t>
            </a:r>
            <a:r>
              <a:rPr lang="sv-SE" dirty="0" err="1"/>
              <a:t>congue</a:t>
            </a:r>
            <a:r>
              <a:rPr lang="sv-SE" dirty="0"/>
              <a:t>. Ut in </a:t>
            </a:r>
            <a:r>
              <a:rPr lang="sv-SE" dirty="0" err="1"/>
              <a:t>risus</a:t>
            </a:r>
            <a:r>
              <a:rPr lang="sv-SE" dirty="0"/>
              <a:t> </a:t>
            </a:r>
            <a:r>
              <a:rPr lang="sv-SE" dirty="0" err="1"/>
              <a:t>volutpat</a:t>
            </a:r>
            <a:r>
              <a:rPr lang="sv-SE" dirty="0"/>
              <a:t> libero </a:t>
            </a:r>
            <a:r>
              <a:rPr lang="sv-SE" dirty="0" err="1"/>
              <a:t>pharetra</a:t>
            </a:r>
            <a:r>
              <a:rPr lang="sv-SE" dirty="0"/>
              <a:t> </a:t>
            </a:r>
            <a:r>
              <a:rPr lang="sv-SE" dirty="0" err="1"/>
              <a:t>tempor</a:t>
            </a:r>
            <a:r>
              <a:rPr lang="sv-SE" dirty="0"/>
              <a:t>.</a:t>
            </a:r>
          </a:p>
        </p:txBody>
      </p:sp>
      <p:sp>
        <p:nvSpPr>
          <p:cNvPr id="2" name="Date Placeholder 3">
            <a:extLst>
              <a:ext uri="{FF2B5EF4-FFF2-40B4-BE49-F238E27FC236}">
                <a16:creationId xmlns:a16="http://schemas.microsoft.com/office/drawing/2014/main" id="{E13C0C01-3CF4-24D5-6DC9-A38D828AE415}"/>
              </a:ext>
            </a:extLst>
          </p:cNvPr>
          <p:cNvSpPr>
            <a:spLocks noGrp="1"/>
          </p:cNvSpPr>
          <p:nvPr>
            <p:ph type="dt" sz="half" idx="10"/>
          </p:nvPr>
        </p:nvSpPr>
        <p:spPr>
          <a:xfrm>
            <a:off x="6149975" y="6496847"/>
            <a:ext cx="1773238" cy="107948"/>
          </a:xfrm>
          <a:prstGeom prst="rect">
            <a:avLst/>
          </a:prstGeom>
        </p:spPr>
        <p:txBody>
          <a:bodyPr/>
          <a:lstStyle>
            <a:lvl1pPr>
              <a:defRPr>
                <a:solidFill>
                  <a:schemeClr val="accent1"/>
                </a:solidFill>
              </a:defRPr>
            </a:lvl1pPr>
          </a:lstStyle>
          <a:p>
            <a:fld id="{D69B53CD-4D42-4C75-9ADC-DBD34BDEB5A2}" type="datetime1">
              <a:rPr lang="sv-SE" smtClean="0"/>
              <a:t>2026-05-13</a:t>
            </a:fld>
            <a:endParaRPr lang="sv-SE" dirty="0"/>
          </a:p>
        </p:txBody>
      </p:sp>
      <p:sp>
        <p:nvSpPr>
          <p:cNvPr id="7" name="Footer Placeholder 4">
            <a:extLst>
              <a:ext uri="{FF2B5EF4-FFF2-40B4-BE49-F238E27FC236}">
                <a16:creationId xmlns:a16="http://schemas.microsoft.com/office/drawing/2014/main" id="{AD8B58A0-D712-171C-D5B7-113C14C1B0EB}"/>
              </a:ext>
            </a:extLst>
          </p:cNvPr>
          <p:cNvSpPr>
            <a:spLocks noGrp="1"/>
          </p:cNvSpPr>
          <p:nvPr>
            <p:ph type="ftr" sz="quarter" idx="11"/>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8" name="Slide Number Placeholder 5">
            <a:extLst>
              <a:ext uri="{FF2B5EF4-FFF2-40B4-BE49-F238E27FC236}">
                <a16:creationId xmlns:a16="http://schemas.microsoft.com/office/drawing/2014/main" id="{0903D302-AE04-9FCD-EDD1-437FF69114AA}"/>
              </a:ext>
            </a:extLst>
          </p:cNvPr>
          <p:cNvSpPr>
            <a:spLocks noGrp="1"/>
          </p:cNvSpPr>
          <p:nvPr>
            <p:ph type="sldNum" sz="quarter" idx="12"/>
          </p:nvPr>
        </p:nvSpPr>
        <p:spPr>
          <a:xfrm>
            <a:off x="377509" y="6499228"/>
            <a:ext cx="571500" cy="109535"/>
          </a:xfrm>
          <a:prstGeom prst="rect">
            <a:avLst/>
          </a:prstGeom>
        </p:spPr>
        <p:txBody>
          <a:bodyPr/>
          <a:lstStyle>
            <a:lvl1pPr>
              <a:defRPr>
                <a:solidFill>
                  <a:schemeClr val="accent1"/>
                </a:solidFill>
              </a:defRPr>
            </a:lvl1pPr>
          </a:lstStyle>
          <a:p>
            <a:fld id="{E6619F8C-5C5F-45C4-867D-26540600E532}" type="slidenum">
              <a:rPr lang="sv-SE" smtClean="0"/>
              <a:pPr/>
              <a:t>‹#›</a:t>
            </a:fld>
            <a:endParaRPr lang="sv-SE" dirty="0"/>
          </a:p>
        </p:txBody>
      </p:sp>
      <p:pic>
        <p:nvPicPr>
          <p:cNvPr id="4" name="Bild 3">
            <a:extLst>
              <a:ext uri="{FF2B5EF4-FFF2-40B4-BE49-F238E27FC236}">
                <a16:creationId xmlns:a16="http://schemas.microsoft.com/office/drawing/2014/main" id="{82BC13D7-8390-8D24-6DC9-E0ED88C104D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2190902876"/>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3884">
          <p15:clr>
            <a:srgbClr val="FBAE40"/>
          </p15:clr>
        </p15:guide>
        <p15:guide id="3" pos="3704">
          <p15:clr>
            <a:srgbClr val="FBAE40"/>
          </p15:clr>
        </p15:guide>
        <p15:guide id="4" pos="3976">
          <p15:clr>
            <a:srgbClr val="FBAE40"/>
          </p15:clr>
        </p15:guide>
        <p15:guide id="5" pos="7446">
          <p15:clr>
            <a:srgbClr val="FBAE40"/>
          </p15:clr>
        </p15:guide>
        <p15:guide id="6" pos="23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ndast rubri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D4DA111-601D-5416-53DD-CF5177C6FBA5}"/>
              </a:ext>
            </a:extLst>
          </p:cNvPr>
          <p:cNvSpPr>
            <a:spLocks noGrp="1"/>
          </p:cNvSpPr>
          <p:nvPr>
            <p:ph type="dt" sz="half" idx="10"/>
          </p:nvPr>
        </p:nvSpPr>
        <p:spPr>
          <a:xfrm>
            <a:off x="6149975" y="6496847"/>
            <a:ext cx="1773238" cy="107948"/>
          </a:xfrm>
          <a:prstGeom prst="rect">
            <a:avLst/>
          </a:prstGeom>
        </p:spPr>
        <p:txBody>
          <a:bodyPr/>
          <a:lstStyle>
            <a:lvl1pPr>
              <a:defRPr>
                <a:solidFill>
                  <a:schemeClr val="accent1"/>
                </a:solidFill>
              </a:defRPr>
            </a:lvl1pPr>
          </a:lstStyle>
          <a:p>
            <a:fld id="{02549305-1308-47CD-9197-F171CBD0F2E7}" type="datetime1">
              <a:rPr lang="sv-SE" smtClean="0"/>
              <a:t>2026-05-13</a:t>
            </a:fld>
            <a:endParaRPr lang="sv-SE" dirty="0"/>
          </a:p>
        </p:txBody>
      </p:sp>
      <p:sp>
        <p:nvSpPr>
          <p:cNvPr id="4" name="Footer Placeholder 3">
            <a:extLst>
              <a:ext uri="{FF2B5EF4-FFF2-40B4-BE49-F238E27FC236}">
                <a16:creationId xmlns:a16="http://schemas.microsoft.com/office/drawing/2014/main" id="{221BFD73-B3FC-8D98-4FE6-26C938E9A78F}"/>
              </a:ext>
            </a:extLst>
          </p:cNvPr>
          <p:cNvSpPr>
            <a:spLocks noGrp="1"/>
          </p:cNvSpPr>
          <p:nvPr>
            <p:ph type="ftr" sz="quarter" idx="11"/>
          </p:nvPr>
        </p:nvSpPr>
        <p:spPr>
          <a:xfrm>
            <a:off x="1843405" y="6502401"/>
            <a:ext cx="2260600" cy="107948"/>
          </a:xfrm>
          <a:prstGeom prst="rect">
            <a:avLst/>
          </a:prstGeom>
        </p:spPr>
        <p:txBody>
          <a:bodyPr/>
          <a:lstStyle>
            <a:lvl1pPr>
              <a:defRPr>
                <a:solidFill>
                  <a:schemeClr val="accent1"/>
                </a:solidFill>
              </a:defRPr>
            </a:lvl1pPr>
          </a:lstStyle>
          <a:p>
            <a:r>
              <a:rPr lang="sv-SE"/>
              <a:t>Presentationens titel</a:t>
            </a:r>
            <a:endParaRPr lang="sv-SE" dirty="0"/>
          </a:p>
        </p:txBody>
      </p:sp>
      <p:sp>
        <p:nvSpPr>
          <p:cNvPr id="5" name="Slide Number Placeholder 4">
            <a:extLst>
              <a:ext uri="{FF2B5EF4-FFF2-40B4-BE49-F238E27FC236}">
                <a16:creationId xmlns:a16="http://schemas.microsoft.com/office/drawing/2014/main" id="{AD809EF9-E582-7A79-359E-34C003391DB0}"/>
              </a:ext>
            </a:extLst>
          </p:cNvPr>
          <p:cNvSpPr>
            <a:spLocks noGrp="1"/>
          </p:cNvSpPr>
          <p:nvPr>
            <p:ph type="sldNum" sz="quarter" idx="12"/>
          </p:nvPr>
        </p:nvSpPr>
        <p:spPr>
          <a:xfrm>
            <a:off x="377509" y="6499228"/>
            <a:ext cx="571500" cy="109535"/>
          </a:xfrm>
          <a:prstGeom prst="rect">
            <a:avLst/>
          </a:prstGeom>
        </p:spPr>
        <p:txBody>
          <a:bodyPr/>
          <a:lstStyle>
            <a:lvl1pPr>
              <a:defRPr>
                <a:solidFill>
                  <a:schemeClr val="accent1"/>
                </a:solidFill>
              </a:defRPr>
            </a:lvl1pPr>
          </a:lstStyle>
          <a:p>
            <a:fld id="{B6B988FE-5450-4D13-83CD-A9004418B02C}" type="slidenum">
              <a:rPr lang="sv-SE" smtClean="0"/>
              <a:pPr/>
              <a:t>‹#›</a:t>
            </a:fld>
            <a:endParaRPr lang="sv-SE" dirty="0"/>
          </a:p>
        </p:txBody>
      </p:sp>
      <p:sp>
        <p:nvSpPr>
          <p:cNvPr id="6" name="Title 5">
            <a:extLst>
              <a:ext uri="{FF2B5EF4-FFF2-40B4-BE49-F238E27FC236}">
                <a16:creationId xmlns:a16="http://schemas.microsoft.com/office/drawing/2014/main" id="{AE422009-7D26-095E-3FA4-81ACF0C8430F}"/>
              </a:ext>
            </a:extLst>
          </p:cNvPr>
          <p:cNvSpPr>
            <a:spLocks noGrp="1"/>
          </p:cNvSpPr>
          <p:nvPr>
            <p:ph type="title"/>
          </p:nvPr>
        </p:nvSpPr>
        <p:spPr>
          <a:xfrm>
            <a:off x="377509" y="339725"/>
            <a:ext cx="10152854" cy="1159676"/>
          </a:xfrm>
          <a:prstGeom prst="rect">
            <a:avLst/>
          </a:prstGeom>
        </p:spPr>
        <p:txBody>
          <a:bodyPr/>
          <a:lstStyle/>
          <a:p>
            <a:r>
              <a:rPr lang="sv-SE"/>
              <a:t>Klicka här för att ändra mall för rubrikformat</a:t>
            </a:r>
            <a:endParaRPr lang="sv-SE" dirty="0"/>
          </a:p>
        </p:txBody>
      </p:sp>
      <p:pic>
        <p:nvPicPr>
          <p:cNvPr id="7" name="Bild 6">
            <a:extLst>
              <a:ext uri="{FF2B5EF4-FFF2-40B4-BE49-F238E27FC236}">
                <a16:creationId xmlns:a16="http://schemas.microsoft.com/office/drawing/2014/main" id="{3BAB195E-162C-53A4-D7C9-DD34DA19492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16661764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om">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93CC65-68EC-87E3-901D-F2AA70168CAD}"/>
              </a:ext>
            </a:extLst>
          </p:cNvPr>
          <p:cNvSpPr>
            <a:spLocks noGrp="1"/>
          </p:cNvSpPr>
          <p:nvPr>
            <p:ph type="dt" sz="half" idx="10"/>
          </p:nvPr>
        </p:nvSpPr>
        <p:spPr>
          <a:xfrm>
            <a:off x="6149975" y="6496847"/>
            <a:ext cx="1773238" cy="107948"/>
          </a:xfrm>
          <a:prstGeom prst="rect">
            <a:avLst/>
          </a:prstGeom>
        </p:spPr>
        <p:txBody>
          <a:bodyPr/>
          <a:lstStyle/>
          <a:p>
            <a:fld id="{363333A8-7753-4F7C-83D0-96120FF5418C}" type="datetime1">
              <a:rPr lang="sv-SE" smtClean="0"/>
              <a:t>2026-05-13</a:t>
            </a:fld>
            <a:endParaRPr lang="sv-SE" dirty="0"/>
          </a:p>
        </p:txBody>
      </p:sp>
      <p:sp>
        <p:nvSpPr>
          <p:cNvPr id="3" name="Footer Placeholder 2">
            <a:extLst>
              <a:ext uri="{FF2B5EF4-FFF2-40B4-BE49-F238E27FC236}">
                <a16:creationId xmlns:a16="http://schemas.microsoft.com/office/drawing/2014/main" id="{611CD136-1186-18DF-03E1-7202B4E1AEEE}"/>
              </a:ext>
            </a:extLst>
          </p:cNvPr>
          <p:cNvSpPr>
            <a:spLocks noGrp="1"/>
          </p:cNvSpPr>
          <p:nvPr>
            <p:ph type="ftr" sz="quarter" idx="11"/>
          </p:nvPr>
        </p:nvSpPr>
        <p:spPr>
          <a:xfrm>
            <a:off x="1843405" y="6502401"/>
            <a:ext cx="2260600" cy="107948"/>
          </a:xfrm>
          <a:prstGeom prst="rect">
            <a:avLst/>
          </a:prstGeom>
        </p:spPr>
        <p:txBody>
          <a:bodyPr/>
          <a:lstStyle/>
          <a:p>
            <a:r>
              <a:rPr lang="sv-SE"/>
              <a:t>Presentationens titel</a:t>
            </a:r>
            <a:endParaRPr lang="sv-SE" dirty="0"/>
          </a:p>
        </p:txBody>
      </p:sp>
      <p:sp>
        <p:nvSpPr>
          <p:cNvPr id="4" name="Slide Number Placeholder 3">
            <a:extLst>
              <a:ext uri="{FF2B5EF4-FFF2-40B4-BE49-F238E27FC236}">
                <a16:creationId xmlns:a16="http://schemas.microsoft.com/office/drawing/2014/main" id="{5D2C2AE7-DB24-CD8D-F9F9-BBB399800A45}"/>
              </a:ext>
            </a:extLst>
          </p:cNvPr>
          <p:cNvSpPr>
            <a:spLocks noGrp="1"/>
          </p:cNvSpPr>
          <p:nvPr>
            <p:ph type="sldNum" sz="quarter" idx="12"/>
          </p:nvPr>
        </p:nvSpPr>
        <p:spPr>
          <a:xfrm>
            <a:off x="377509" y="6499228"/>
            <a:ext cx="571500" cy="109535"/>
          </a:xfrm>
          <a:prstGeom prst="rect">
            <a:avLst/>
          </a:prstGeom>
        </p:spPr>
        <p:txBody>
          <a:bodyPr/>
          <a:lstStyle/>
          <a:p>
            <a:fld id="{B6B988FE-5450-4D13-83CD-A9004418B02C}" type="slidenum">
              <a:rPr lang="sv-SE" smtClean="0"/>
              <a:t>‹#›</a:t>
            </a:fld>
            <a:endParaRPr lang="sv-SE" dirty="0"/>
          </a:p>
        </p:txBody>
      </p:sp>
      <p:pic>
        <p:nvPicPr>
          <p:cNvPr id="6" name="Bild 5">
            <a:extLst>
              <a:ext uri="{FF2B5EF4-FFF2-40B4-BE49-F238E27FC236}">
                <a16:creationId xmlns:a16="http://schemas.microsoft.com/office/drawing/2014/main" id="{8F15D6F8-B492-5595-9334-ED7E05FF7D4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1351" y="6434932"/>
            <a:ext cx="1295999" cy="288661"/>
          </a:xfrm>
          <a:prstGeom prst="rect">
            <a:avLst/>
          </a:prstGeom>
        </p:spPr>
      </p:pic>
    </p:spTree>
    <p:extLst>
      <p:ext uri="{BB962C8B-B14F-4D97-AF65-F5344CB8AC3E}">
        <p14:creationId xmlns:p14="http://schemas.microsoft.com/office/powerpoint/2010/main" val="19428609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Slutsida">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377508" y="2309586"/>
            <a:ext cx="7066800" cy="2198911"/>
          </a:xfrm>
          <a:prstGeom prst="rect">
            <a:avLst/>
          </a:prstGeom>
        </p:spPr>
        <p:txBody>
          <a:bodyPr anchor="ctr" anchorCtr="0"/>
          <a:lstStyle>
            <a:lvl1pPr algn="l">
              <a:defRPr sz="4800" spc="-90" baseline="0">
                <a:solidFill>
                  <a:schemeClr val="bg1"/>
                </a:solidFill>
              </a:defRPr>
            </a:lvl1pPr>
          </a:lstStyle>
          <a:p>
            <a:r>
              <a:rPr lang="sv-SE"/>
              <a:t>Klicka här för att ändra mall för rubrikformat</a:t>
            </a:r>
            <a:endParaRPr lang="sv-SE" dirty="0"/>
          </a:p>
        </p:txBody>
      </p:sp>
      <p:sp>
        <p:nvSpPr>
          <p:cNvPr id="10" name="Text Placeholder 9">
            <a:extLst>
              <a:ext uri="{FF2B5EF4-FFF2-40B4-BE49-F238E27FC236}">
                <a16:creationId xmlns:a16="http://schemas.microsoft.com/office/drawing/2014/main" id="{6E247499-58F2-CA07-F837-95C998CDA24F}"/>
              </a:ext>
            </a:extLst>
          </p:cNvPr>
          <p:cNvSpPr>
            <a:spLocks noGrp="1"/>
          </p:cNvSpPr>
          <p:nvPr>
            <p:ph type="body" sz="quarter" idx="13" hasCustomPrompt="1"/>
          </p:nvPr>
        </p:nvSpPr>
        <p:spPr>
          <a:xfrm>
            <a:off x="377825" y="6496049"/>
            <a:ext cx="1332000" cy="131762"/>
          </a:xfrm>
          <a:prstGeom prst="rect">
            <a:avLst/>
          </a:prstGeom>
        </p:spPr>
        <p:txBody>
          <a:bodyPr anchor="b" anchorCtr="0"/>
          <a:lstStyle>
            <a:lvl1pPr marL="0" indent="0">
              <a:spcBef>
                <a:spcPts val="0"/>
              </a:spcBef>
              <a:spcAft>
                <a:spcPts val="0"/>
              </a:spcAft>
              <a:buFontTx/>
              <a:buNone/>
              <a:defRPr sz="800">
                <a:solidFill>
                  <a:schemeClr val="bg1"/>
                </a:solidFill>
              </a:defRPr>
            </a:lvl1pPr>
          </a:lstStyle>
          <a:p>
            <a:pPr lvl="0"/>
            <a:r>
              <a:rPr lang="sv-SE" dirty="0"/>
              <a:t>Namn</a:t>
            </a:r>
          </a:p>
        </p:txBody>
      </p:sp>
      <p:sp>
        <p:nvSpPr>
          <p:cNvPr id="11" name="Text Placeholder 9">
            <a:extLst>
              <a:ext uri="{FF2B5EF4-FFF2-40B4-BE49-F238E27FC236}">
                <a16:creationId xmlns:a16="http://schemas.microsoft.com/office/drawing/2014/main" id="{16F529D7-E7F4-13AB-58BF-D5B62050F232}"/>
              </a:ext>
            </a:extLst>
          </p:cNvPr>
          <p:cNvSpPr>
            <a:spLocks noGrp="1"/>
          </p:cNvSpPr>
          <p:nvPr>
            <p:ph type="body" sz="quarter" idx="14" hasCustomPrompt="1"/>
          </p:nvPr>
        </p:nvSpPr>
        <p:spPr>
          <a:xfrm>
            <a:off x="1855310" y="6496049"/>
            <a:ext cx="4248000" cy="131762"/>
          </a:xfrm>
          <a:prstGeom prst="rect">
            <a:avLst/>
          </a:prstGeom>
        </p:spPr>
        <p:txBody>
          <a:bodyPr anchor="b" anchorCtr="0"/>
          <a:lstStyle>
            <a:lvl1pPr marL="0" indent="0">
              <a:spcBef>
                <a:spcPts val="0"/>
              </a:spcBef>
              <a:spcAft>
                <a:spcPts val="0"/>
              </a:spcAft>
              <a:buFontTx/>
              <a:buNone/>
              <a:defRPr sz="800">
                <a:solidFill>
                  <a:schemeClr val="bg1"/>
                </a:solidFill>
              </a:defRPr>
            </a:lvl1pPr>
          </a:lstStyle>
          <a:p>
            <a:pPr lvl="0"/>
            <a:r>
              <a:rPr lang="sv-SE"/>
              <a:t>Titel</a:t>
            </a:r>
            <a:endParaRPr lang="sv-SE" dirty="0"/>
          </a:p>
        </p:txBody>
      </p:sp>
      <p:pic>
        <p:nvPicPr>
          <p:cNvPr id="3" name="Bild 2">
            <a:extLst>
              <a:ext uri="{FF2B5EF4-FFF2-40B4-BE49-F238E27FC236}">
                <a16:creationId xmlns:a16="http://schemas.microsoft.com/office/drawing/2014/main" id="{7986F147-85D5-29E8-944F-E6B4A8C594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6296" y="2222706"/>
            <a:ext cx="2453640" cy="2233152"/>
          </a:xfrm>
          <a:prstGeom prst="rect">
            <a:avLst/>
          </a:prstGeom>
        </p:spPr>
      </p:pic>
    </p:spTree>
    <p:extLst>
      <p:ext uri="{BB962C8B-B14F-4D97-AF65-F5344CB8AC3E}">
        <p14:creationId xmlns:p14="http://schemas.microsoft.com/office/powerpoint/2010/main" val="2198612803"/>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reserve="1">
  <p:cSld name="Sidor efter denna sida tillhör ej mallen">
    <p:spTree>
      <p:nvGrpSpPr>
        <p:cNvPr id="1" name=""/>
        <p:cNvGrpSpPr/>
        <p:nvPr/>
      </p:nvGrpSpPr>
      <p:grpSpPr>
        <a:xfrm>
          <a:off x="0" y="0"/>
          <a:ext cx="0" cy="0"/>
          <a:chOff x="0" y="0"/>
          <a:chExt cx="0" cy="0"/>
        </a:xfrm>
      </p:grpSpPr>
      <p:sp>
        <p:nvSpPr>
          <p:cNvPr id="5" name="textruta 4">
            <a:extLst>
              <a:ext uri="{FF2B5EF4-FFF2-40B4-BE49-F238E27FC236}">
                <a16:creationId xmlns:a16="http://schemas.microsoft.com/office/drawing/2014/main" id="{4405A5C8-297E-E3EB-142A-5DE16BD606D2}"/>
              </a:ext>
            </a:extLst>
          </p:cNvPr>
          <p:cNvSpPr txBox="1"/>
          <p:nvPr userDrawn="1"/>
        </p:nvSpPr>
        <p:spPr>
          <a:xfrm>
            <a:off x="1513682" y="2344088"/>
            <a:ext cx="9164637" cy="2169825"/>
          </a:xfrm>
          <a:prstGeom prst="rect">
            <a:avLst/>
          </a:prstGeom>
          <a:noFill/>
        </p:spPr>
        <p:txBody>
          <a:bodyPr wrap="square" rtlCol="0">
            <a:spAutoFit/>
          </a:bodyPr>
          <a:lstStyle/>
          <a:p>
            <a:pPr algn="ctr">
              <a:lnSpc>
                <a:spcPct val="90000"/>
              </a:lnSpc>
            </a:pPr>
            <a:r>
              <a:rPr lang="sv-SE" sz="5000" b="1" kern="1200" dirty="0">
                <a:solidFill>
                  <a:schemeClr val="tx1"/>
                </a:solidFill>
                <a:latin typeface="+mn-lt"/>
                <a:ea typeface="+mn-ea"/>
                <a:cs typeface="+mn-cs"/>
              </a:rPr>
              <a:t>Sidor efter denna sida tillhör ej mallen. Byt istället till en layout innan denna sida.</a:t>
            </a:r>
          </a:p>
        </p:txBody>
      </p:sp>
    </p:spTree>
    <p:extLst>
      <p:ext uri="{BB962C8B-B14F-4D97-AF65-F5344CB8AC3E}">
        <p14:creationId xmlns:p14="http://schemas.microsoft.com/office/powerpoint/2010/main" val="2731901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B530C970-DEAB-0B51-19E5-A1FFC808F34D}"/>
              </a:ext>
            </a:extLst>
          </p:cNvPr>
          <p:cNvSpPr>
            <a:spLocks noGrp="1"/>
          </p:cNvSpPr>
          <p:nvPr>
            <p:ph type="title"/>
          </p:nvPr>
        </p:nvSpPr>
        <p:spPr>
          <a:xfrm>
            <a:off x="377509" y="339725"/>
            <a:ext cx="10152854" cy="1159676"/>
          </a:xfrm>
          <a:prstGeom prst="rect">
            <a:avLst/>
          </a:prstGeom>
        </p:spPr>
        <p:txBody>
          <a:bodyPr vert="horz" lIns="0" tIns="0" rIns="0" bIns="0" rtlCol="0" anchor="t" anchorCtr="0">
            <a:noAutofit/>
          </a:bodyPr>
          <a:lstStyle/>
          <a:p>
            <a:r>
              <a:rPr lang="sv-SE" noProof="0" dirty="0"/>
              <a:t>Klicka här för att ändra mall för rubrikformat</a:t>
            </a:r>
          </a:p>
        </p:txBody>
      </p:sp>
      <p:sp>
        <p:nvSpPr>
          <p:cNvPr id="3" name="Platshållare för text 2">
            <a:extLst>
              <a:ext uri="{FF2B5EF4-FFF2-40B4-BE49-F238E27FC236}">
                <a16:creationId xmlns:a16="http://schemas.microsoft.com/office/drawing/2014/main" id="{60637874-CA30-167F-633C-53A9BD0484EC}"/>
              </a:ext>
            </a:extLst>
          </p:cNvPr>
          <p:cNvSpPr>
            <a:spLocks noGrp="1"/>
          </p:cNvSpPr>
          <p:nvPr>
            <p:ph type="body" idx="1"/>
          </p:nvPr>
        </p:nvSpPr>
        <p:spPr>
          <a:xfrm>
            <a:off x="374650" y="1811338"/>
            <a:ext cx="10154062" cy="4354513"/>
          </a:xfrm>
          <a:prstGeom prst="rect">
            <a:avLst/>
          </a:prstGeom>
        </p:spPr>
        <p:txBody>
          <a:bodyPr vert="horz" lIns="0" tIns="0" rIns="0" bIns="0" rtlCol="0">
            <a:noAutofit/>
          </a:bodyPr>
          <a:lstStyle/>
          <a:p>
            <a:pPr lvl="0"/>
            <a:r>
              <a:rPr lang="sv-SE" noProof="0" dirty="0"/>
              <a:t>Klicka här för att ändra format på bakgrundstexten</a:t>
            </a:r>
          </a:p>
          <a:p>
            <a:pPr lvl="1"/>
            <a:r>
              <a:rPr lang="sv-SE" noProof="0" dirty="0"/>
              <a:t>Nivå två</a:t>
            </a:r>
          </a:p>
          <a:p>
            <a:pPr lvl="2"/>
            <a:r>
              <a:rPr lang="sv-SE" noProof="0" dirty="0"/>
              <a:t>Nivå tre</a:t>
            </a:r>
          </a:p>
          <a:p>
            <a:pPr lvl="3"/>
            <a:r>
              <a:rPr lang="sv-SE" noProof="0" dirty="0"/>
              <a:t>Nivå fyra</a:t>
            </a:r>
          </a:p>
          <a:p>
            <a:pPr lvl="4"/>
            <a:r>
              <a:rPr lang="sv-SE" noProof="0" dirty="0"/>
              <a:t>Nivå fem</a:t>
            </a:r>
          </a:p>
        </p:txBody>
      </p:sp>
      <p:sp>
        <p:nvSpPr>
          <p:cNvPr id="10" name="Platshållare för datum 9">
            <a:extLst>
              <a:ext uri="{FF2B5EF4-FFF2-40B4-BE49-F238E27FC236}">
                <a16:creationId xmlns:a16="http://schemas.microsoft.com/office/drawing/2014/main" id="{7B8E2522-B621-DD90-59EC-ED08D761AF64}"/>
              </a:ext>
            </a:extLst>
          </p:cNvPr>
          <p:cNvSpPr>
            <a:spLocks noGrp="1"/>
          </p:cNvSpPr>
          <p:nvPr>
            <p:ph type="dt" sz="half" idx="2"/>
          </p:nvPr>
        </p:nvSpPr>
        <p:spPr>
          <a:xfrm>
            <a:off x="6149975" y="6496846"/>
            <a:ext cx="1773238" cy="107948"/>
          </a:xfrm>
          <a:prstGeom prst="rect">
            <a:avLst/>
          </a:prstGeom>
        </p:spPr>
        <p:txBody>
          <a:bodyPr vert="horz" lIns="0" tIns="0" rIns="0" bIns="0" rtlCol="0" anchor="t" anchorCtr="0"/>
          <a:lstStyle>
            <a:lvl1pPr algn="l">
              <a:defRPr sz="900">
                <a:solidFill>
                  <a:schemeClr val="accent1"/>
                </a:solidFill>
              </a:defRPr>
            </a:lvl1pPr>
          </a:lstStyle>
          <a:p>
            <a:fld id="{59B6370C-FE3D-4DD6-89B8-CDE130AB562B}" type="datetime1">
              <a:rPr lang="sv-SE" noProof="0" smtClean="0"/>
              <a:t>2026-05-13</a:t>
            </a:fld>
            <a:endParaRPr lang="sv-SE" noProof="0" dirty="0"/>
          </a:p>
        </p:txBody>
      </p:sp>
      <p:sp>
        <p:nvSpPr>
          <p:cNvPr id="11" name="Platshållare för sidfot 10">
            <a:extLst>
              <a:ext uri="{FF2B5EF4-FFF2-40B4-BE49-F238E27FC236}">
                <a16:creationId xmlns:a16="http://schemas.microsoft.com/office/drawing/2014/main" id="{1368643F-95B1-51A9-95AB-ED2968FB7CC1}"/>
              </a:ext>
            </a:extLst>
          </p:cNvPr>
          <p:cNvSpPr>
            <a:spLocks noGrp="1"/>
          </p:cNvSpPr>
          <p:nvPr>
            <p:ph type="ftr" sz="quarter" idx="3"/>
          </p:nvPr>
        </p:nvSpPr>
        <p:spPr>
          <a:xfrm>
            <a:off x="1843405" y="6502402"/>
            <a:ext cx="2260600" cy="107948"/>
          </a:xfrm>
          <a:prstGeom prst="rect">
            <a:avLst/>
          </a:prstGeom>
        </p:spPr>
        <p:txBody>
          <a:bodyPr vert="horz" lIns="0" tIns="0" rIns="0" bIns="0" rtlCol="0" anchor="t" anchorCtr="0"/>
          <a:lstStyle>
            <a:lvl1pPr algn="l">
              <a:defRPr sz="900">
                <a:solidFill>
                  <a:schemeClr val="accent1"/>
                </a:solidFill>
              </a:defRPr>
            </a:lvl1pPr>
          </a:lstStyle>
          <a:p>
            <a:pPr algn="l"/>
            <a:r>
              <a:rPr lang="sv-SE" noProof="0"/>
              <a:t>Presentationens titel</a:t>
            </a:r>
            <a:endParaRPr lang="sv-SE" noProof="0" dirty="0"/>
          </a:p>
        </p:txBody>
      </p:sp>
      <p:sp>
        <p:nvSpPr>
          <p:cNvPr id="12" name="Platshållare för bildnummer 11">
            <a:extLst>
              <a:ext uri="{FF2B5EF4-FFF2-40B4-BE49-F238E27FC236}">
                <a16:creationId xmlns:a16="http://schemas.microsoft.com/office/drawing/2014/main" id="{755B92CD-E1EC-CAD1-7CEB-E00D64FF960F}"/>
              </a:ext>
            </a:extLst>
          </p:cNvPr>
          <p:cNvSpPr>
            <a:spLocks noGrp="1"/>
          </p:cNvSpPr>
          <p:nvPr>
            <p:ph type="sldNum" sz="quarter" idx="4"/>
          </p:nvPr>
        </p:nvSpPr>
        <p:spPr>
          <a:xfrm>
            <a:off x="377509" y="6499228"/>
            <a:ext cx="571500" cy="109535"/>
          </a:xfrm>
          <a:prstGeom prst="rect">
            <a:avLst/>
          </a:prstGeom>
        </p:spPr>
        <p:txBody>
          <a:bodyPr vert="horz" lIns="0" tIns="0" rIns="0" bIns="0" rtlCol="0" anchor="t" anchorCtr="0"/>
          <a:lstStyle>
            <a:lvl1pPr algn="l">
              <a:defRPr sz="900">
                <a:solidFill>
                  <a:schemeClr val="accent1"/>
                </a:solidFill>
              </a:defRPr>
            </a:lvl1pPr>
          </a:lstStyle>
          <a:p>
            <a:fld id="{AE903AA9-2605-4C31-8ED7-A89C608ACE48}" type="slidenum">
              <a:rPr lang="sv-SE" noProof="0" smtClean="0"/>
              <a:pPr/>
              <a:t>‹#›</a:t>
            </a:fld>
            <a:endParaRPr lang="sv-SE" noProof="0" dirty="0"/>
          </a:p>
        </p:txBody>
      </p:sp>
    </p:spTree>
    <p:extLst>
      <p:ext uri="{BB962C8B-B14F-4D97-AF65-F5344CB8AC3E}">
        <p14:creationId xmlns:p14="http://schemas.microsoft.com/office/powerpoint/2010/main" val="149138282"/>
      </p:ext>
    </p:extLst>
  </p:cSld>
  <p:clrMap bg1="lt1" tx1="dk1" bg2="lt2" tx2="dk2" accent1="accent1" accent2="accent2" accent3="accent3" accent4="accent4" accent5="accent5" accent6="accent6" hlink="hlink" folHlink="folHlink"/>
  <p:sldLayoutIdLst>
    <p:sldLayoutId id="2147483649" r:id="rId1"/>
    <p:sldLayoutId id="2147483694" r:id="rId2"/>
    <p:sldLayoutId id="2147483695" r:id="rId3"/>
    <p:sldLayoutId id="2147483675" r:id="rId4"/>
    <p:sldLayoutId id="2147483702" r:id="rId5"/>
    <p:sldLayoutId id="2147483703" r:id="rId6"/>
    <p:sldLayoutId id="2147483706" r:id="rId7"/>
    <p:sldLayoutId id="2147483719" r:id="rId8"/>
    <p:sldLayoutId id="2147483696" r:id="rId9"/>
    <p:sldLayoutId id="2147483720" r:id="rId10"/>
    <p:sldLayoutId id="2147483705" r:id="rId11"/>
    <p:sldLayoutId id="2147483718" r:id="rId12"/>
    <p:sldLayoutId id="2147483707" r:id="rId13"/>
    <p:sldLayoutId id="2147483717" r:id="rId14"/>
    <p:sldLayoutId id="2147483714" r:id="rId15"/>
    <p:sldLayoutId id="2147483715" r:id="rId16"/>
    <p:sldLayoutId id="2147483716" r:id="rId17"/>
    <p:sldLayoutId id="2147483674" r:id="rId18"/>
    <p:sldLayoutId id="2147483699" r:id="rId19"/>
    <p:sldLayoutId id="2147483659" r:id="rId20"/>
    <p:sldLayoutId id="2147483721" r:id="rId21"/>
    <p:sldLayoutId id="2147483710" r:id="rId22"/>
    <p:sldLayoutId id="2147483722" r:id="rId23"/>
    <p:sldLayoutId id="2147483708" r:id="rId24"/>
    <p:sldLayoutId id="2147483724" r:id="rId25"/>
    <p:sldLayoutId id="2147483676" r:id="rId26"/>
    <p:sldLayoutId id="2147483709" r:id="rId27"/>
    <p:sldLayoutId id="2147483712" r:id="rId28"/>
    <p:sldLayoutId id="2147483725" r:id="rId29"/>
    <p:sldLayoutId id="2147483726" r:id="rId30"/>
    <p:sldLayoutId id="2147483692" r:id="rId31"/>
    <p:sldLayoutId id="2147483691" r:id="rId32"/>
    <p:sldLayoutId id="2147483711" r:id="rId33"/>
    <p:sldLayoutId id="2147483704" r:id="rId34"/>
  </p:sldLayoutIdLst>
  <p:hf hdr="0"/>
  <p:txStyles>
    <p:titleStyle>
      <a:lvl1pPr algn="l" defTabSz="914400" rtl="0" eaLnBrk="1" fontAlgn="ctr" latinLnBrk="0" hangingPunct="1">
        <a:lnSpc>
          <a:spcPct val="90000"/>
        </a:lnSpc>
        <a:spcBef>
          <a:spcPct val="0"/>
        </a:spcBef>
        <a:buNone/>
        <a:defRPr sz="3200" b="1" kern="1200" spc="-70" baseline="0">
          <a:solidFill>
            <a:schemeClr val="tx2"/>
          </a:solidFill>
          <a:latin typeface="+mj-lt"/>
          <a:ea typeface="+mj-ea"/>
          <a:cs typeface="+mj-cs"/>
        </a:defRPr>
      </a:lvl1pPr>
    </p:titleStyle>
    <p:bodyStyle>
      <a:lvl1pPr marL="180000" indent="-180000" algn="l" defTabSz="914400" rtl="0" eaLnBrk="1" fontAlgn="ctr" latinLnBrk="0" hangingPunct="1">
        <a:lnSpc>
          <a:spcPct val="90000"/>
        </a:lnSpc>
        <a:spcBef>
          <a:spcPts val="1200"/>
        </a:spcBef>
        <a:spcAft>
          <a:spcPts val="1200"/>
        </a:spcAft>
        <a:buFont typeface="Arial" panose="020B0604020202020204" pitchFamily="34" charset="0"/>
        <a:buChar char="•"/>
        <a:defRPr sz="1800" kern="1200">
          <a:solidFill>
            <a:schemeClr val="tx2"/>
          </a:solidFill>
          <a:latin typeface="+mn-lt"/>
          <a:ea typeface="+mn-ea"/>
          <a:cs typeface="+mn-cs"/>
        </a:defRPr>
      </a:lvl1pPr>
      <a:lvl2pPr marL="360363" indent="-180000" algn="l" defTabSz="914400" rtl="0" eaLnBrk="1" fontAlgn="ctr" latinLnBrk="0" hangingPunct="1">
        <a:lnSpc>
          <a:spcPct val="90000"/>
        </a:lnSpc>
        <a:spcBef>
          <a:spcPts val="0"/>
        </a:spcBef>
        <a:spcAft>
          <a:spcPts val="600"/>
        </a:spcAft>
        <a:buFont typeface="Arial" panose="020B0604020202020204" pitchFamily="34" charset="0"/>
        <a:buChar char="•"/>
        <a:defRPr sz="1600" kern="1200">
          <a:solidFill>
            <a:schemeClr val="tx2"/>
          </a:solidFill>
          <a:latin typeface="+mn-lt"/>
          <a:ea typeface="+mn-ea"/>
          <a:cs typeface="+mn-cs"/>
        </a:defRPr>
      </a:lvl2pPr>
      <a:lvl3pPr marL="540000" indent="-180000" algn="l" defTabSz="914400" rtl="0" eaLnBrk="1" fontAlgn="ctr" latinLnBrk="0" hangingPunct="1">
        <a:lnSpc>
          <a:spcPct val="90000"/>
        </a:lnSpc>
        <a:spcBef>
          <a:spcPts val="0"/>
        </a:spcBef>
        <a:spcAft>
          <a:spcPts val="600"/>
        </a:spcAft>
        <a:buFont typeface="Arial" panose="020B0604020202020204" pitchFamily="34" charset="0"/>
        <a:buChar char="•"/>
        <a:defRPr sz="1400" kern="1200">
          <a:solidFill>
            <a:schemeClr val="tx2"/>
          </a:solidFill>
          <a:latin typeface="+mn-lt"/>
          <a:ea typeface="+mn-ea"/>
          <a:cs typeface="+mn-cs"/>
        </a:defRPr>
      </a:lvl3pPr>
      <a:lvl4pPr marL="719138" indent="-180000" algn="l" defTabSz="914400" rtl="0" eaLnBrk="1" fontAlgn="ctr" latinLnBrk="0" hangingPunct="1">
        <a:lnSpc>
          <a:spcPct val="90000"/>
        </a:lnSpc>
        <a:spcBef>
          <a:spcPts val="0"/>
        </a:spcBef>
        <a:spcAft>
          <a:spcPts val="600"/>
        </a:spcAft>
        <a:buFont typeface="Arial" panose="020B0604020202020204" pitchFamily="34" charset="0"/>
        <a:buChar char="•"/>
        <a:defRPr sz="1200" kern="1200">
          <a:solidFill>
            <a:schemeClr val="tx2"/>
          </a:solidFill>
          <a:latin typeface="+mn-lt"/>
          <a:ea typeface="+mn-ea"/>
          <a:cs typeface="+mn-cs"/>
        </a:defRPr>
      </a:lvl4pPr>
      <a:lvl5pPr marL="900000" indent="-180000" algn="l" defTabSz="914400" rtl="0" eaLnBrk="1" fontAlgn="ctr" latinLnBrk="0" hangingPunct="1">
        <a:lnSpc>
          <a:spcPct val="90000"/>
        </a:lnSpc>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1079500" indent="-184150" algn="l" defTabSz="914400" rtl="0" eaLnBrk="1" fontAlgn="ctr"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6pPr>
      <a:lvl7pPr marL="1255713" indent="-176213" algn="l" defTabSz="914400" rtl="0" eaLnBrk="1" fontAlgn="ctr"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7pPr>
      <a:lvl8pPr marL="1431925" indent="-176213" algn="l" defTabSz="914400" rtl="0" eaLnBrk="1" fontAlgn="ctr"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8pPr>
      <a:lvl9pPr marL="1616075" indent="-184150" algn="l" defTabSz="914400" rtl="0" eaLnBrk="1" fontAlgn="ctr"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9pPr>
    </p:bodyStyle>
    <p:otherStyle>
      <a:defPPr>
        <a:defRPr lang="sv-SE"/>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A4A3A4"/>
          </p15:clr>
        </p15:guide>
        <p15:guide id="2" pos="7446" userDrawn="1">
          <p15:clr>
            <a:srgbClr val="A4A3A4"/>
          </p15:clr>
        </p15:guide>
        <p15:guide id="3" orient="horz" pos="210" userDrawn="1">
          <p15:clr>
            <a:srgbClr val="A4A3A4"/>
          </p15:clr>
        </p15:guide>
        <p15:guide id="5" pos="2576" userDrawn="1">
          <p15:clr>
            <a:srgbClr val="A4A3A4"/>
          </p15:clr>
        </p15:guide>
        <p15:guide id="6" pos="2672" userDrawn="1">
          <p15:clr>
            <a:srgbClr val="A4A3A4"/>
          </p15:clr>
        </p15:guide>
        <p15:guide id="7" pos="5008" userDrawn="1">
          <p15:clr>
            <a:srgbClr val="A4A3A4"/>
          </p15:clr>
        </p15:guide>
        <p15:guide id="8" pos="5096" userDrawn="1">
          <p15:clr>
            <a:srgbClr val="A4A3A4"/>
          </p15:clr>
        </p15:guide>
        <p15:guide id="9" orient="horz" pos="1139" userDrawn="1">
          <p15:clr>
            <a:srgbClr val="A4A3A4"/>
          </p15:clr>
        </p15:guide>
        <p15:guide id="10" orient="horz" pos="2160" userDrawn="1">
          <p15:clr>
            <a:srgbClr val="A4A3A4"/>
          </p15:clr>
        </p15:guide>
        <p15:guide id="11" pos="3840" userDrawn="1">
          <p15:clr>
            <a:srgbClr val="A4A3A4"/>
          </p15:clr>
        </p15:guide>
        <p15:guide id="12" orient="horz" pos="3884" userDrawn="1">
          <p15:clr>
            <a:srgbClr val="A4A3A4"/>
          </p15:clr>
        </p15:guide>
        <p15:guide id="13" pos="6630"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74400" y="219600"/>
            <a:ext cx="10980000" cy="936000"/>
          </a:xfrm>
        </p:spPr>
        <p:txBody>
          <a:bodyPr wrap="square"/>
          <a:lstStyle/>
          <a:p>
            <a:r>
              <a:rPr sz="2500" b="1">
                <a:solidFill>
                  <a:srgbClr val="222222"/>
                </a:solidFill>
                <a:latin typeface="Arial"/>
              </a:rPr>
              <a:t>We needed to build on a published model, </a:t>
            </a:r>
            <a:r>
              <a:rPr sz="2500" b="1">
                <a:solidFill>
                  <a:srgbClr val="472CBE"/>
                </a:solidFill>
                <a:latin typeface="Arial"/>
              </a:rPr>
              <a:t>so we had to know what its code actually does</a:t>
            </a:r>
          </a:p>
        </p:txBody>
      </p:sp>
      <p:sp>
        <p:nvSpPr>
          <p:cNvPr id="3" name="TextBox 2"/>
          <p:cNvSpPr txBox="1"/>
          <p:nvPr/>
        </p:nvSpPr>
        <p:spPr>
          <a:xfrm>
            <a:off x="374400" y="1260000"/>
            <a:ext cx="11160000" cy="503999"/>
          </a:xfrm>
          <a:prstGeom prst="rect">
            <a:avLst/>
          </a:prstGeom>
          <a:noFill/>
        </p:spPr>
        <p:txBody>
          <a:bodyPr wrap="square" anchor="t" lIns="0" rIns="0" tIns="0" bIns="0">
            <a:spAutoFit/>
          </a:bodyPr>
          <a:lstStyle/>
          <a:p>
            <a:pPr algn="l">
              <a:lnSpc>
                <a:spcPct val="115000"/>
              </a:lnSpc>
            </a:pPr>
            <a:r>
              <a:rPr sz="1200" b="0">
                <a:solidFill>
                  <a:srgbClr val="5A5A5A"/>
                </a:solidFill>
                <a:latin typeface="Arial"/>
              </a:rPr>
              <a:t>Schumann et al. (2026), Nature Communications — active inference as a model of collision avoidance. Our project uses it to measure driver comfort-zone boundaries, so the model is instrumental: if it does not do what the paper says, our measurements inherit that.</a:t>
            </a:r>
          </a:p>
        </p:txBody>
      </p:sp>
      <p:sp>
        <p:nvSpPr>
          <p:cNvPr id="4" name="Rounded Rectangle 3"/>
          <p:cNvSpPr/>
          <p:nvPr/>
        </p:nvSpPr>
        <p:spPr>
          <a:xfrm>
            <a:off x="374400" y="1980000"/>
            <a:ext cx="2700000" cy="1224000"/>
          </a:xfrm>
          <a:prstGeom prst="roundRect">
            <a:avLst>
              <a:gd name="adj" fmla="val 9000"/>
            </a:avLst>
          </a:prstGeom>
          <a:solidFill>
            <a:srgbClr val="472CB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a:lstStyle/>
          <a:p>
            <a:pPr algn="ctr"/>
            <a:r>
              <a:rPr sz="1100" b="1">
                <a:solidFill>
                  <a:srgbClr val="FFFFFF"/>
                </a:solidFill>
                <a:latin typeface="Arial"/>
              </a:rPr>
              <a:t>The article</a:t>
            </a:r>
          </a:p>
          <a:p>
            <a:pPr algn="ctr"/>
            <a:r>
              <a:rPr sz="1100" b="1">
                <a:solidFill>
                  <a:srgbClr val="FFFFFF"/>
                </a:solidFill>
                <a:latin typeface="Arial"/>
              </a:rPr>
              <a:t>+ 17-page SI</a:t>
            </a:r>
          </a:p>
          <a:p>
            <a:pPr algn="ctr"/>
            <a:r>
              <a:rPr sz="950" b="0">
                <a:solidFill>
                  <a:srgbClr val="FFFFFF"/>
                </a:solidFill>
                <a:latin typeface="Arial"/>
              </a:rPr>
              <a:t>every equation,</a:t>
            </a:r>
          </a:p>
          <a:p>
            <a:pPr algn="ctr"/>
            <a:r>
              <a:rPr sz="950" b="0">
                <a:solidFill>
                  <a:srgbClr val="FFFFFF"/>
                </a:solidFill>
                <a:latin typeface="Arial"/>
              </a:rPr>
              <a:t>parameter and</a:t>
            </a:r>
          </a:p>
          <a:p>
            <a:pPr algn="ctr"/>
            <a:r>
              <a:rPr sz="950" b="0">
                <a:solidFill>
                  <a:srgbClr val="FFFFFF"/>
                </a:solidFill>
                <a:latin typeface="Arial"/>
              </a:rPr>
              <a:t>quantitative claim</a:t>
            </a:r>
          </a:p>
          <a:p>
            <a:pPr algn="ctr"/>
            <a:r>
              <a:rPr sz="950" b="0">
                <a:solidFill>
                  <a:srgbClr val="FFFFFF"/>
                </a:solidFill>
                <a:latin typeface="Arial"/>
              </a:rPr>
              <a:t>listed</a:t>
            </a:r>
          </a:p>
        </p:txBody>
      </p:sp>
      <p:sp>
        <p:nvSpPr>
          <p:cNvPr id="5" name="Rounded Rectangle 4"/>
          <p:cNvSpPr/>
          <p:nvPr/>
        </p:nvSpPr>
        <p:spPr>
          <a:xfrm>
            <a:off x="3225600" y="1980000"/>
            <a:ext cx="2700000" cy="1224000"/>
          </a:xfrm>
          <a:prstGeom prst="roundRect">
            <a:avLst>
              <a:gd name="adj" fmla="val 9000"/>
            </a:avLst>
          </a:prstGeom>
          <a:solidFill>
            <a:srgbClr val="F0E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a:lstStyle/>
          <a:p>
            <a:pPr algn="ctr"/>
            <a:r>
              <a:rPr sz="1100" b="1">
                <a:solidFill>
                  <a:srgbClr val="222222"/>
                </a:solidFill>
                <a:latin typeface="Arial"/>
              </a:rPr>
              <a:t>The released code</a:t>
            </a:r>
          </a:p>
          <a:p>
            <a:pPr algn="ctr"/>
            <a:r>
              <a:rPr sz="950" b="0">
                <a:solidFill>
                  <a:srgbClr val="5A5A5A"/>
                </a:solidFill>
                <a:latin typeface="Arial"/>
              </a:rPr>
              <a:t>~10 files read</a:t>
            </a:r>
          </a:p>
          <a:p>
            <a:pPr algn="ctr"/>
            <a:r>
              <a:rPr sz="950" b="0">
                <a:solidFill>
                  <a:srgbClr val="5A5A5A"/>
                </a:solidFill>
                <a:latin typeface="Arial"/>
              </a:rPr>
              <a:t>line by line against</a:t>
            </a:r>
          </a:p>
          <a:p>
            <a:pPr algn="ctr"/>
            <a:r>
              <a:rPr sz="950" b="0">
                <a:solidFill>
                  <a:srgbClr val="5A5A5A"/>
                </a:solidFill>
                <a:latin typeface="Arial"/>
              </a:rPr>
              <a:t>the equations</a:t>
            </a:r>
          </a:p>
        </p:txBody>
      </p:sp>
      <p:sp>
        <p:nvSpPr>
          <p:cNvPr id="6" name="Rounded Rectangle 5"/>
          <p:cNvSpPr/>
          <p:nvPr/>
        </p:nvSpPr>
        <p:spPr>
          <a:xfrm>
            <a:off x="6076800" y="1980000"/>
            <a:ext cx="2700000" cy="1224000"/>
          </a:xfrm>
          <a:prstGeom prst="roundRect">
            <a:avLst>
              <a:gd name="adj" fmla="val 9000"/>
            </a:avLst>
          </a:prstGeom>
          <a:solidFill>
            <a:srgbClr val="F0E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a:lstStyle/>
          <a:p>
            <a:pPr algn="ctr"/>
            <a:r>
              <a:rPr sz="1100" b="1">
                <a:solidFill>
                  <a:srgbClr val="222222"/>
                </a:solidFill>
                <a:latin typeface="Arial"/>
              </a:rPr>
              <a:t>The OSF deposit</a:t>
            </a:r>
          </a:p>
          <a:p>
            <a:pPr algn="ctr"/>
            <a:r>
              <a:rPr sz="950" b="0">
                <a:solidFill>
                  <a:srgbClr val="5A5A5A"/>
                </a:solidFill>
                <a:latin typeface="Arial"/>
              </a:rPr>
              <a:t>3.1 GB, 896 runs,</a:t>
            </a:r>
          </a:p>
          <a:p>
            <a:pPr algn="ctr"/>
            <a:r>
              <a:rPr sz="950" b="0">
                <a:solidFill>
                  <a:srgbClr val="5A5A5A"/>
                </a:solidFill>
                <a:latin typeface="Arial"/>
              </a:rPr>
              <a:t>re-analysed from</a:t>
            </a:r>
          </a:p>
          <a:p>
            <a:pPr algn="ctr"/>
            <a:r>
              <a:rPr sz="950" b="0">
                <a:solidFill>
                  <a:srgbClr val="5A5A5A"/>
                </a:solidFill>
                <a:latin typeface="Arial"/>
              </a:rPr>
              <a:t>the raw pickles</a:t>
            </a:r>
          </a:p>
        </p:txBody>
      </p:sp>
      <p:sp>
        <p:nvSpPr>
          <p:cNvPr id="7" name="Rounded Rectangle 6"/>
          <p:cNvSpPr/>
          <p:nvPr/>
        </p:nvSpPr>
        <p:spPr>
          <a:xfrm>
            <a:off x="8928000" y="1980000"/>
            <a:ext cx="2700000" cy="1224000"/>
          </a:xfrm>
          <a:prstGeom prst="roundRect">
            <a:avLst>
              <a:gd name="adj" fmla="val 9000"/>
            </a:avLst>
          </a:prstGeom>
          <a:solidFill>
            <a:srgbClr val="F0E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a:lstStyle/>
          <a:p>
            <a:pPr algn="ctr"/>
            <a:r>
              <a:rPr sz="1100" b="1">
                <a:solidFill>
                  <a:srgbClr val="222222"/>
                </a:solidFill>
                <a:latin typeface="Arial"/>
              </a:rPr>
              <a:t>Our own</a:t>
            </a:r>
          </a:p>
          <a:p>
            <a:pPr algn="ctr"/>
            <a:r>
              <a:rPr sz="1100" b="1">
                <a:solidFill>
                  <a:srgbClr val="222222"/>
                </a:solidFill>
                <a:latin typeface="Arial"/>
              </a:rPr>
              <a:t>re-implementation</a:t>
            </a:r>
          </a:p>
          <a:p>
            <a:pPr algn="ctr"/>
            <a:r>
              <a:rPr sz="950" b="0">
                <a:solidFill>
                  <a:srgbClr val="5A5A5A"/>
                </a:solidFill>
                <a:latin typeface="Arial"/>
              </a:rPr>
              <a:t>built from the SI,</a:t>
            </a:r>
          </a:p>
          <a:p>
            <a:pPr algn="ctr"/>
            <a:r>
              <a:rPr sz="950" b="0">
                <a:solidFill>
                  <a:srgbClr val="5A5A5A"/>
                </a:solidFill>
                <a:latin typeface="Arial"/>
              </a:rPr>
              <a:t>then run against</a:t>
            </a:r>
          </a:p>
          <a:p>
            <a:pPr algn="ctr"/>
            <a:r>
              <a:rPr sz="950" b="0">
                <a:solidFill>
                  <a:srgbClr val="5A5A5A"/>
                </a:solidFill>
                <a:latin typeface="Arial"/>
              </a:rPr>
              <a:t>the authors' code</a:t>
            </a:r>
          </a:p>
        </p:txBody>
      </p:sp>
      <p:sp>
        <p:nvSpPr>
          <p:cNvPr id="8" name="TextBox 7"/>
          <p:cNvSpPr txBox="1"/>
          <p:nvPr/>
        </p:nvSpPr>
        <p:spPr>
          <a:xfrm>
            <a:off x="374400" y="3311999"/>
            <a:ext cx="11160000" cy="288000"/>
          </a:xfrm>
          <a:prstGeom prst="rect">
            <a:avLst/>
          </a:prstGeom>
          <a:noFill/>
        </p:spPr>
        <p:txBody>
          <a:bodyPr wrap="square" anchor="t" lIns="0" rIns="0" tIns="0" bIns="0">
            <a:spAutoFit/>
          </a:bodyPr>
          <a:lstStyle/>
          <a:p>
            <a:pPr algn="l">
              <a:lnSpc>
                <a:spcPct val="110000"/>
              </a:lnSpc>
            </a:pPr>
            <a:r>
              <a:rPr sz="1000" b="1">
                <a:solidFill>
                  <a:srgbClr val="472CBE"/>
                </a:solidFill>
                <a:latin typeface="Arial"/>
              </a:rPr>
              <a:t>Four artefacts, cross-checked against each other. A review of the paper alone could not have produced any of what follows.</a:t>
            </a:r>
          </a:p>
        </p:txBody>
      </p:sp>
      <p:sp>
        <p:nvSpPr>
          <p:cNvPr id="9" name="Rectangle 8"/>
          <p:cNvSpPr/>
          <p:nvPr/>
        </p:nvSpPr>
        <p:spPr>
          <a:xfrm>
            <a:off x="374400" y="3924000"/>
            <a:ext cx="565200" cy="44450"/>
          </a:xfrm>
          <a:prstGeom prst="rect">
            <a:avLst/>
          </a:prstGeom>
          <a:solidFill>
            <a:srgbClr val="36B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400" y="4042800"/>
            <a:ext cx="3456000" cy="324000"/>
          </a:xfrm>
          <a:prstGeom prst="rect">
            <a:avLst/>
          </a:prstGeom>
          <a:noFill/>
        </p:spPr>
        <p:txBody>
          <a:bodyPr wrap="square" anchor="t" lIns="0" rIns="0" tIns="0" bIns="0">
            <a:spAutoFit/>
          </a:bodyPr>
          <a:lstStyle/>
          <a:p>
            <a:pPr algn="l">
              <a:lnSpc>
                <a:spcPct val="100000"/>
              </a:lnSpc>
            </a:pPr>
            <a:r>
              <a:rPr sz="1300" b="1">
                <a:solidFill>
                  <a:srgbClr val="222222"/>
                </a:solidFill>
                <a:latin typeface="Arial"/>
              </a:rPr>
              <a:t>What came out</a:t>
            </a:r>
          </a:p>
        </p:txBody>
      </p:sp>
      <p:sp>
        <p:nvSpPr>
          <p:cNvPr id="11" name="TextBox 10"/>
          <p:cNvSpPr txBox="1"/>
          <p:nvPr/>
        </p:nvSpPr>
        <p:spPr>
          <a:xfrm>
            <a:off x="374400" y="4446000"/>
            <a:ext cx="3456000" cy="2015999"/>
          </a:xfrm>
          <a:prstGeom prst="rect">
            <a:avLst/>
          </a:prstGeom>
          <a:noFill/>
        </p:spPr>
        <p:txBody>
          <a:bodyPr wrap="square" anchor="t" lIns="0" rIns="0" tIns="0" bIns="0">
            <a:spAutoFit/>
          </a:bodyPr>
          <a:lstStyle/>
          <a:p>
            <a:pPr algn="l">
              <a:lnSpc>
                <a:spcPct val="112000"/>
              </a:lnSpc>
            </a:pPr>
            <a:r>
              <a:rPr sz="1050" b="0">
                <a:solidFill>
                  <a:srgbClr val="222222"/>
                </a:solidFill>
                <a:latin typeface="Arial"/>
              </a:rPr>
              <a:t>–  A 9-section review document, ~9 000 words</a:t>
            </a:r>
          </a:p>
          <a:p>
            <a:pPr algn="l">
              <a:lnSpc>
                <a:spcPct val="112000"/>
              </a:lnSpc>
              <a:spcBef>
                <a:spcPts val="700"/>
              </a:spcBef>
            </a:pPr>
            <a:r>
              <a:rPr sz="1050" b="0">
                <a:solidFill>
                  <a:srgbClr val="222222"/>
                </a:solidFill>
                <a:latin typeface="Arial"/>
              </a:rPr>
              <a:t>–  Three reported results that did not hold up in the deposit</a:t>
            </a:r>
          </a:p>
          <a:p>
            <a:pPr algn="l">
              <a:lnSpc>
                <a:spcPct val="112000"/>
              </a:lnSpc>
              <a:spcBef>
                <a:spcPts val="700"/>
              </a:spcBef>
            </a:pPr>
            <a:r>
              <a:rPr sz="1050" b="0">
                <a:solidFill>
                  <a:srgbClr val="222222"/>
                </a:solidFill>
                <a:latin typeface="Arial"/>
              </a:rPr>
              <a:t>–  Ten places where the released code differs from the paper or SI</a:t>
            </a:r>
          </a:p>
          <a:p>
            <a:pPr algn="l">
              <a:lnSpc>
                <a:spcPct val="112000"/>
              </a:lnSpc>
              <a:spcBef>
                <a:spcPts val="700"/>
              </a:spcBef>
            </a:pPr>
            <a:r>
              <a:rPr sz="1050" b="0">
                <a:solidFill>
                  <a:srgbClr val="222222"/>
                </a:solidFill>
                <a:latin typeface="Arial"/>
              </a:rPr>
              <a:t>–  Five questions a short reply from the authors would settle</a:t>
            </a:r>
          </a:p>
        </p:txBody>
      </p:sp>
      <p:sp>
        <p:nvSpPr>
          <p:cNvPr id="12" name="Rectangle 11"/>
          <p:cNvSpPr/>
          <p:nvPr/>
        </p:nvSpPr>
        <p:spPr>
          <a:xfrm>
            <a:off x="4176000" y="3924000"/>
            <a:ext cx="565200" cy="44450"/>
          </a:xfrm>
          <a:prstGeom prst="rect">
            <a:avLst/>
          </a:prstGeom>
          <a:solidFill>
            <a:srgbClr val="61E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76000" y="4042800"/>
            <a:ext cx="3671999" cy="324000"/>
          </a:xfrm>
          <a:prstGeom prst="rect">
            <a:avLst/>
          </a:prstGeom>
          <a:noFill/>
        </p:spPr>
        <p:txBody>
          <a:bodyPr wrap="square" anchor="t" lIns="0" rIns="0" tIns="0" bIns="0">
            <a:spAutoFit/>
          </a:bodyPr>
          <a:lstStyle/>
          <a:p>
            <a:pPr algn="l">
              <a:lnSpc>
                <a:spcPct val="100000"/>
              </a:lnSpc>
            </a:pPr>
            <a:r>
              <a:rPr sz="1300" b="1">
                <a:solidFill>
                  <a:srgbClr val="222222"/>
                </a:solidFill>
                <a:latin typeface="Arial"/>
              </a:rPr>
              <a:t>Example of a finding</a:t>
            </a:r>
          </a:p>
        </p:txBody>
      </p:sp>
      <p:sp>
        <p:nvSpPr>
          <p:cNvPr id="14" name="TextBox 13"/>
          <p:cNvSpPr txBox="1"/>
          <p:nvPr/>
        </p:nvSpPr>
        <p:spPr>
          <a:xfrm>
            <a:off x="4176000" y="4446000"/>
            <a:ext cx="3671999" cy="2015999"/>
          </a:xfrm>
          <a:prstGeom prst="rect">
            <a:avLst/>
          </a:prstGeom>
          <a:noFill/>
        </p:spPr>
        <p:txBody>
          <a:bodyPr wrap="square" anchor="t" lIns="0" rIns="0" tIns="0" bIns="0">
            <a:spAutoFit/>
          </a:bodyPr>
          <a:lstStyle/>
          <a:p>
            <a:pPr algn="l">
              <a:lnSpc>
                <a:spcPct val="112000"/>
              </a:lnSpc>
            </a:pPr>
            <a:r>
              <a:rPr sz="1050" b="1">
                <a:solidFill>
                  <a:srgbClr val="61E9D2"/>
                </a:solidFill>
                <a:latin typeface="Arial"/>
              </a:rPr>
              <a:t>The accumulator is not near zero in ordinary following</a:t>
            </a:r>
          </a:p>
          <a:p>
            <a:pPr algn="l">
              <a:lnSpc>
                <a:spcPct val="112000"/>
              </a:lnSpc>
              <a:spcBef>
                <a:spcPts val="100"/>
              </a:spcBef>
            </a:pPr>
            <a:r>
              <a:rPr sz="1050" b="0">
                <a:solidFill>
                  <a:srgbClr val="222222"/>
                </a:solidFill>
                <a:latin typeface="Arial"/>
              </a:rPr>
              <a:t>In the deposited runs the model's surprise signal sits at 50 000–100 000 per step while nothing is happening, and 18–44% of the evidence that triggers the response is accumulated before the lead vehicle brakes.</a:t>
            </a:r>
          </a:p>
        </p:txBody>
      </p:sp>
      <p:sp>
        <p:nvSpPr>
          <p:cNvPr id="15" name="Rectangle 14"/>
          <p:cNvSpPr/>
          <p:nvPr/>
        </p:nvSpPr>
        <p:spPr>
          <a:xfrm>
            <a:off x="8208000" y="3924000"/>
            <a:ext cx="565200" cy="44450"/>
          </a:xfrm>
          <a:prstGeom prst="rect">
            <a:avLst/>
          </a:prstGeom>
          <a:solidFill>
            <a:srgbClr val="D987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08000" y="4042800"/>
            <a:ext cx="3491999" cy="324000"/>
          </a:xfrm>
          <a:prstGeom prst="rect">
            <a:avLst/>
          </a:prstGeom>
          <a:noFill/>
        </p:spPr>
        <p:txBody>
          <a:bodyPr wrap="square" anchor="t" lIns="0" rIns="0" tIns="0" bIns="0">
            <a:spAutoFit/>
          </a:bodyPr>
          <a:lstStyle/>
          <a:p>
            <a:pPr algn="l">
              <a:lnSpc>
                <a:spcPct val="100000"/>
              </a:lnSpc>
            </a:pPr>
            <a:r>
              <a:rPr sz="1300" b="1">
                <a:solidFill>
                  <a:srgbClr val="222222"/>
                </a:solidFill>
                <a:latin typeface="Arial"/>
              </a:rPr>
              <a:t>Why it mattered to us</a:t>
            </a:r>
          </a:p>
        </p:txBody>
      </p:sp>
      <p:sp>
        <p:nvSpPr>
          <p:cNvPr id="17" name="TextBox 16"/>
          <p:cNvSpPr txBox="1"/>
          <p:nvPr/>
        </p:nvSpPr>
        <p:spPr>
          <a:xfrm>
            <a:off x="8208000" y="4446000"/>
            <a:ext cx="3491999" cy="2015999"/>
          </a:xfrm>
          <a:prstGeom prst="rect">
            <a:avLst/>
          </a:prstGeom>
          <a:noFill/>
        </p:spPr>
        <p:txBody>
          <a:bodyPr wrap="square" anchor="t" lIns="0" rIns="0" tIns="0" bIns="0">
            <a:spAutoFit/>
          </a:bodyPr>
          <a:lstStyle/>
          <a:p>
            <a:pPr algn="l">
              <a:lnSpc>
                <a:spcPct val="112000"/>
              </a:lnSpc>
            </a:pPr>
            <a:r>
              <a:rPr sz="1050" b="0">
                <a:solidFill>
                  <a:srgbClr val="222222"/>
                </a:solidFill>
                <a:latin typeface="Arial"/>
              </a:rPr>
              <a:t>–  We had blamed our own replication for a mismatch. It was not ours</a:t>
            </a:r>
          </a:p>
          <a:p>
            <a:pPr algn="l">
              <a:lnSpc>
                <a:spcPct val="112000"/>
              </a:lnSpc>
              <a:spcBef>
                <a:spcPts val="700"/>
              </a:spcBef>
            </a:pPr>
            <a:r>
              <a:rPr sz="1050" b="0">
                <a:solidFill>
                  <a:srgbClr val="222222"/>
                </a:solidFill>
                <a:latin typeface="Arial"/>
              </a:rPr>
              <a:t>–  The finding changed what we could use the model for</a:t>
            </a:r>
          </a:p>
          <a:p>
            <a:pPr algn="l">
              <a:lnSpc>
                <a:spcPct val="112000"/>
              </a:lnSpc>
              <a:spcBef>
                <a:spcPts val="700"/>
              </a:spcBef>
            </a:pPr>
            <a:r>
              <a:rPr sz="1050" b="0">
                <a:solidFill>
                  <a:srgbClr val="222222"/>
                </a:solidFill>
                <a:latin typeface="Arial"/>
              </a:rPr>
              <a:t>–  Sent to one of the authors — a colleague — as a colleague would</a:t>
            </a:r>
          </a:p>
        </p:txBody>
      </p:sp>
      <p:sp>
        <p:nvSpPr>
          <p:cNvPr id="18" name="TextBox 17"/>
          <p:cNvSpPr txBox="1"/>
          <p:nvPr/>
        </p:nvSpPr>
        <p:spPr>
          <a:xfrm>
            <a:off x="374400" y="6443999"/>
            <a:ext cx="7200000" cy="216000"/>
          </a:xfrm>
          <a:prstGeom prst="rect">
            <a:avLst/>
          </a:prstGeom>
          <a:noFill/>
        </p:spPr>
        <p:txBody>
          <a:bodyPr wrap="square" anchor="t" lIns="0" rIns="0" tIns="0" bIns="0">
            <a:spAutoFit/>
          </a:bodyPr>
          <a:lstStyle/>
          <a:p>
            <a:pPr algn="l">
              <a:lnSpc>
                <a:spcPct val="100000"/>
              </a:lnSpc>
            </a:pPr>
            <a:r>
              <a:rPr sz="800" b="0">
                <a:solidFill>
                  <a:srgbClr val="5A5A5A"/>
                </a:solidFill>
                <a:latin typeface="Arial"/>
              </a:rPr>
              <a:t>jonas.bargman@chalmers.se</a:t>
            </a:r>
          </a:p>
        </p:txBody>
      </p:sp>
      <p:sp>
        <p:nvSpPr>
          <p:cNvPr id="19" name="TextBox 18"/>
          <p:cNvSpPr txBox="1"/>
          <p:nvPr/>
        </p:nvSpPr>
        <p:spPr>
          <a:xfrm>
            <a:off x="9360000" y="6443999"/>
            <a:ext cx="936000" cy="216000"/>
          </a:xfrm>
          <a:prstGeom prst="rect">
            <a:avLst/>
          </a:prstGeom>
          <a:noFill/>
        </p:spPr>
        <p:txBody>
          <a:bodyPr wrap="square" anchor="t" lIns="0" rIns="0" tIns="0" bIns="0">
            <a:spAutoFit/>
          </a:bodyPr>
          <a:lstStyle/>
          <a:p>
            <a:pPr algn="r">
              <a:lnSpc>
                <a:spcPct val="100000"/>
              </a:lnSpc>
            </a:pPr>
            <a:r>
              <a:rPr sz="800" b="0">
                <a:solidFill>
                  <a:srgbClr val="5A5A5A"/>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74400" y="219600"/>
            <a:ext cx="10980000" cy="936000"/>
          </a:xfrm>
        </p:spPr>
        <p:txBody>
          <a:bodyPr wrap="square"/>
          <a:lstStyle/>
          <a:p>
            <a:r>
              <a:rPr sz="2500" b="1">
                <a:solidFill>
                  <a:srgbClr val="222222"/>
                </a:solidFill>
                <a:latin typeface="Arial"/>
              </a:rPr>
              <a:t>The work was in the setup. </a:t>
            </a:r>
            <a:r>
              <a:rPr sz="2500" b="1">
                <a:solidFill>
                  <a:srgbClr val="472CBE"/>
                </a:solidFill>
                <a:latin typeface="Arial"/>
              </a:rPr>
              <a:t>The prompts that produced the review were two sentences</a:t>
            </a:r>
          </a:p>
        </p:txBody>
      </p:sp>
      <p:sp>
        <p:nvSpPr>
          <p:cNvPr id="3" name="Rectangle 2"/>
          <p:cNvSpPr/>
          <p:nvPr/>
        </p:nvSpPr>
        <p:spPr>
          <a:xfrm>
            <a:off x="374400" y="1296000"/>
            <a:ext cx="565200" cy="44450"/>
          </a:xfrm>
          <a:prstGeom prst="rect">
            <a:avLst/>
          </a:prstGeom>
          <a:solidFill>
            <a:srgbClr val="36B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4400" y="1414800"/>
            <a:ext cx="3564000" cy="324000"/>
          </a:xfrm>
          <a:prstGeom prst="rect">
            <a:avLst/>
          </a:prstGeom>
          <a:noFill/>
        </p:spPr>
        <p:txBody>
          <a:bodyPr wrap="square" anchor="t" lIns="0" rIns="0" tIns="0" bIns="0">
            <a:spAutoFit/>
          </a:bodyPr>
          <a:lstStyle/>
          <a:p>
            <a:pPr algn="l">
              <a:lnSpc>
                <a:spcPct val="100000"/>
              </a:lnSpc>
            </a:pPr>
            <a:r>
              <a:rPr sz="1300" b="1">
                <a:solidFill>
                  <a:srgbClr val="222222"/>
                </a:solidFill>
                <a:latin typeface="Arial"/>
              </a:rPr>
              <a:t>First — six days of setup</a:t>
            </a:r>
          </a:p>
        </p:txBody>
      </p:sp>
      <p:sp>
        <p:nvSpPr>
          <p:cNvPr id="5" name="TextBox 4"/>
          <p:cNvSpPr txBox="1"/>
          <p:nvPr/>
        </p:nvSpPr>
        <p:spPr>
          <a:xfrm>
            <a:off x="374400" y="1818000"/>
            <a:ext cx="3564000" cy="4608000"/>
          </a:xfrm>
          <a:prstGeom prst="rect">
            <a:avLst/>
          </a:prstGeom>
          <a:noFill/>
        </p:spPr>
        <p:txBody>
          <a:bodyPr wrap="square" anchor="t" lIns="0" rIns="0" tIns="0" bIns="0">
            <a:spAutoFit/>
          </a:bodyPr>
          <a:lstStyle/>
          <a:p>
            <a:pPr algn="l">
              <a:lnSpc>
                <a:spcPct val="112000"/>
              </a:lnSpc>
            </a:pPr>
            <a:r>
              <a:rPr sz="1000" b="1">
                <a:solidFill>
                  <a:srgbClr val="36B7F6"/>
                </a:solidFill>
                <a:latin typeface="Arial"/>
              </a:rPr>
              <a:t>Collect and scope</a:t>
            </a:r>
          </a:p>
          <a:p>
            <a:pPr algn="l">
              <a:lnSpc>
                <a:spcPct val="112000"/>
              </a:lnSpc>
              <a:spcBef>
                <a:spcPts val="100"/>
              </a:spcBef>
            </a:pPr>
            <a:r>
              <a:rPr sz="1000" b="0">
                <a:solidFill>
                  <a:srgbClr val="222222"/>
                </a:solidFill>
                <a:latin typeface="Arial"/>
              </a:rPr>
              <a:t>Downloaded the paper set from the publisher's page and had it categorised; only the active-inference folder in scope.</a:t>
            </a:r>
          </a:p>
          <a:p>
            <a:pPr algn="l">
              <a:lnSpc>
                <a:spcPct val="112000"/>
              </a:lnSpc>
              <a:spcBef>
                <a:spcPts val="900"/>
              </a:spcBef>
            </a:pPr>
            <a:r>
              <a:rPr sz="1000" b="1">
                <a:solidFill>
                  <a:srgbClr val="36B7F6"/>
                </a:solidFill>
                <a:latin typeface="Arial"/>
              </a:rPr>
              <a:t>Read before reviewing</a:t>
            </a:r>
          </a:p>
          <a:p>
            <a:pPr algn="l">
              <a:lnSpc>
                <a:spcPct val="112000"/>
              </a:lnSpc>
              <a:spcBef>
                <a:spcPts val="100"/>
              </a:spcBef>
            </a:pPr>
            <a:r>
              <a:rPr sz="1000" b="0">
                <a:solidFill>
                  <a:srgbClr val="222222"/>
                </a:solidFill>
                <a:latin typeface="Arial"/>
              </a:rPr>
              <a:t>"Read the papers, but also do an on-line search about active inference more generally... Document all your findings, summarizing each paper for later reference".</a:t>
            </a:r>
          </a:p>
          <a:p>
            <a:pPr algn="l">
              <a:lnSpc>
                <a:spcPct val="112000"/>
              </a:lnSpc>
              <a:spcBef>
                <a:spcPts val="900"/>
              </a:spcBef>
            </a:pPr>
            <a:r>
              <a:rPr sz="1000" b="1">
                <a:solidFill>
                  <a:srgbClr val="36B7F6"/>
                </a:solidFill>
                <a:latin typeface="Arial"/>
              </a:rPr>
              <a:t>Get the artefacts</a:t>
            </a:r>
          </a:p>
          <a:p>
            <a:pPr algn="l">
              <a:lnSpc>
                <a:spcPct val="112000"/>
              </a:lnSpc>
              <a:spcBef>
                <a:spcPts val="100"/>
              </a:spcBef>
            </a:pPr>
            <a:r>
              <a:rPr sz="1000" b="0">
                <a:solidFill>
                  <a:srgbClr val="222222"/>
                </a:solidFill>
                <a:latin typeface="Arial"/>
              </a:rPr>
              <a:t>Cloned the released code; downloaded the 3.1 GB OSF deposit.</a:t>
            </a:r>
          </a:p>
          <a:p>
            <a:pPr algn="l">
              <a:lnSpc>
                <a:spcPct val="112000"/>
              </a:lnSpc>
              <a:spcBef>
                <a:spcPts val="900"/>
              </a:spcBef>
            </a:pPr>
            <a:r>
              <a:rPr sz="1000" b="1">
                <a:solidFill>
                  <a:srgbClr val="36B7F6"/>
                </a:solidFill>
                <a:latin typeface="Arial"/>
              </a:rPr>
              <a:t>Build it independently</a:t>
            </a:r>
          </a:p>
          <a:p>
            <a:pPr algn="l">
              <a:lnSpc>
                <a:spcPct val="112000"/>
              </a:lnSpc>
              <a:spcBef>
                <a:spcPts val="100"/>
              </a:spcBef>
            </a:pPr>
            <a:r>
              <a:rPr sz="1000" b="0">
                <a:solidFill>
                  <a:srgbClr val="222222"/>
                </a:solidFill>
                <a:latin typeface="Arial"/>
              </a:rPr>
              <a:t>Asked for the method to be re-implemented from the SI — which is what later exposed that the SI and the code disagree.</a:t>
            </a:r>
          </a:p>
          <a:p>
            <a:pPr algn="l">
              <a:lnSpc>
                <a:spcPct val="112000"/>
              </a:lnSpc>
              <a:spcBef>
                <a:spcPts val="900"/>
              </a:spcBef>
            </a:pPr>
            <a:r>
              <a:rPr sz="1000" b="1">
                <a:solidFill>
                  <a:srgbClr val="36B7F6"/>
                </a:solidFill>
                <a:latin typeface="Arial"/>
              </a:rPr>
              <a:t>Keep the thread</a:t>
            </a:r>
          </a:p>
          <a:p>
            <a:pPr algn="l">
              <a:lnSpc>
                <a:spcPct val="112000"/>
              </a:lnSpc>
              <a:spcBef>
                <a:spcPts val="100"/>
              </a:spcBef>
            </a:pPr>
            <a:r>
              <a:rPr sz="1000" b="0">
                <a:solidFill>
                  <a:srgbClr val="222222"/>
                </a:solidFill>
                <a:latin typeface="Arial"/>
              </a:rPr>
              <a:t>A HANDOFF.md re-read at the start of every session, so a new context began where the last one stopped.</a:t>
            </a:r>
          </a:p>
        </p:txBody>
      </p:sp>
      <p:sp>
        <p:nvSpPr>
          <p:cNvPr id="6" name="TextBox 5"/>
          <p:cNvSpPr txBox="1"/>
          <p:nvPr/>
        </p:nvSpPr>
        <p:spPr>
          <a:xfrm>
            <a:off x="4284000" y="1296000"/>
            <a:ext cx="7416000" cy="288000"/>
          </a:xfrm>
          <a:prstGeom prst="rect">
            <a:avLst/>
          </a:prstGeom>
          <a:noFill/>
        </p:spPr>
        <p:txBody>
          <a:bodyPr wrap="square" anchor="t" lIns="0" rIns="0" tIns="0" bIns="0">
            <a:spAutoFit/>
          </a:bodyPr>
          <a:lstStyle/>
          <a:p>
            <a:pPr algn="l">
              <a:lnSpc>
                <a:spcPct val="100000"/>
              </a:lnSpc>
            </a:pPr>
            <a:r>
              <a:rPr sz="1300" b="1">
                <a:solidFill>
                  <a:srgbClr val="222222"/>
                </a:solidFill>
                <a:latin typeface="Arial"/>
              </a:rPr>
              <a:t>Then the review itself — verbatim from my prompt log, typos and all</a:t>
            </a:r>
          </a:p>
        </p:txBody>
      </p:sp>
      <p:sp>
        <p:nvSpPr>
          <p:cNvPr id="7" name="Rectangle 6"/>
          <p:cNvSpPr/>
          <p:nvPr/>
        </p:nvSpPr>
        <p:spPr>
          <a:xfrm>
            <a:off x="4284000" y="1638000"/>
            <a:ext cx="7416000" cy="1260000"/>
          </a:xfrm>
          <a:prstGeom prst="rect">
            <a:avLst/>
          </a:prstGeom>
          <a:solidFill>
            <a:srgbClr val="F0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84000" y="1638000"/>
            <a:ext cx="46800" cy="1260000"/>
          </a:xfrm>
          <a:prstGeom prst="rect">
            <a:avLst/>
          </a:prstGeom>
          <a:solidFill>
            <a:srgbClr val="472C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5200" y="1717200"/>
            <a:ext cx="7146000" cy="216000"/>
          </a:xfrm>
          <a:prstGeom prst="rect">
            <a:avLst/>
          </a:prstGeom>
          <a:noFill/>
        </p:spPr>
        <p:txBody>
          <a:bodyPr wrap="square" anchor="t" lIns="0" rIns="0" tIns="0" bIns="0">
            <a:spAutoFit/>
          </a:bodyPr>
          <a:lstStyle/>
          <a:p>
            <a:pPr algn="l">
              <a:lnSpc>
                <a:spcPct val="100000"/>
              </a:lnSpc>
            </a:pPr>
            <a:r>
              <a:rPr sz="850" b="1">
                <a:solidFill>
                  <a:srgbClr val="472CBE"/>
                </a:solidFill>
                <a:latin typeface="Arial"/>
              </a:rPr>
              <a:t>2026-08-23  15:13</a:t>
            </a:r>
          </a:p>
        </p:txBody>
      </p:sp>
      <p:sp>
        <p:nvSpPr>
          <p:cNvPr id="10" name="TextBox 9"/>
          <p:cNvSpPr txBox="1"/>
          <p:nvPr/>
        </p:nvSpPr>
        <p:spPr>
          <a:xfrm>
            <a:off x="4435200" y="1947600"/>
            <a:ext cx="7146000" cy="864000"/>
          </a:xfrm>
          <a:prstGeom prst="rect">
            <a:avLst/>
          </a:prstGeom>
          <a:noFill/>
        </p:spPr>
        <p:txBody>
          <a:bodyPr wrap="square" anchor="t" lIns="0" rIns="0" tIns="0" bIns="0">
            <a:spAutoFit/>
          </a:bodyPr>
          <a:lstStyle/>
          <a:p>
            <a:pPr algn="l">
              <a:lnSpc>
                <a:spcPct val="114000"/>
              </a:lnSpc>
            </a:pPr>
            <a:r>
              <a:rPr sz="1050" b="0">
                <a:solidFill>
                  <a:srgbClr val="222222"/>
                </a:solidFill>
                <a:latin typeface="Arial"/>
              </a:rPr>
              <a:t>"Why is the resumulation/replication of the work not matching with the results of the paper perfectly? Also, i would like you to thoroughly review the method and identify errors and gaps in relation to the claims they make in the paper (I do not think there are any, but would like you to check)."</a:t>
            </a:r>
          </a:p>
        </p:txBody>
      </p:sp>
      <p:sp>
        <p:nvSpPr>
          <p:cNvPr id="11" name="Rectangle 10"/>
          <p:cNvSpPr/>
          <p:nvPr/>
        </p:nvSpPr>
        <p:spPr>
          <a:xfrm>
            <a:off x="4284000" y="2988000"/>
            <a:ext cx="7416000" cy="936000"/>
          </a:xfrm>
          <a:prstGeom prst="rect">
            <a:avLst/>
          </a:prstGeom>
          <a:solidFill>
            <a:srgbClr val="F0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84000" y="2988000"/>
            <a:ext cx="46800" cy="936000"/>
          </a:xfrm>
          <a:prstGeom prst="rect">
            <a:avLst/>
          </a:prstGeom>
          <a:solidFill>
            <a:srgbClr val="674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5200" y="3067200"/>
            <a:ext cx="7146000" cy="216000"/>
          </a:xfrm>
          <a:prstGeom prst="rect">
            <a:avLst/>
          </a:prstGeom>
          <a:noFill/>
        </p:spPr>
        <p:txBody>
          <a:bodyPr wrap="square" anchor="t" lIns="0" rIns="0" tIns="0" bIns="0">
            <a:spAutoFit/>
          </a:bodyPr>
          <a:lstStyle/>
          <a:p>
            <a:pPr algn="l">
              <a:lnSpc>
                <a:spcPct val="100000"/>
              </a:lnSpc>
            </a:pPr>
            <a:r>
              <a:rPr sz="850" b="1">
                <a:solidFill>
                  <a:srgbClr val="6746EB"/>
                </a:solidFill>
                <a:latin typeface="Arial"/>
              </a:rPr>
              <a:t>2026-08-23  17:31</a:t>
            </a:r>
          </a:p>
        </p:txBody>
      </p:sp>
      <p:sp>
        <p:nvSpPr>
          <p:cNvPr id="14" name="TextBox 13"/>
          <p:cNvSpPr txBox="1"/>
          <p:nvPr/>
        </p:nvSpPr>
        <p:spPr>
          <a:xfrm>
            <a:off x="4435200" y="3297600"/>
            <a:ext cx="7146000" cy="540000"/>
          </a:xfrm>
          <a:prstGeom prst="rect">
            <a:avLst/>
          </a:prstGeom>
          <a:noFill/>
        </p:spPr>
        <p:txBody>
          <a:bodyPr wrap="square" anchor="t" lIns="0" rIns="0" tIns="0" bIns="0">
            <a:spAutoFit/>
          </a:bodyPr>
          <a:lstStyle/>
          <a:p>
            <a:pPr algn="l">
              <a:lnSpc>
                <a:spcPct val="114000"/>
              </a:lnSpc>
            </a:pPr>
            <a:r>
              <a:rPr sz="1050" b="0">
                <a:solidFill>
                  <a:srgbClr val="222222"/>
                </a:solidFill>
                <a:latin typeface="Arial"/>
              </a:rPr>
              <a:t>"Please write this up as a separate document, in .md and then in a word and a pdf version. I will likely send this to one of the authors I know, so be thorough and precise, and describe what you did when reviewing."</a:t>
            </a:r>
          </a:p>
        </p:txBody>
      </p:sp>
      <p:sp>
        <p:nvSpPr>
          <p:cNvPr id="15" name="Rectangle 14"/>
          <p:cNvSpPr/>
          <p:nvPr/>
        </p:nvSpPr>
        <p:spPr>
          <a:xfrm>
            <a:off x="4284000" y="4068000"/>
            <a:ext cx="565200" cy="44450"/>
          </a:xfrm>
          <a:prstGeom prst="rect">
            <a:avLst/>
          </a:prstGeom>
          <a:solidFill>
            <a:srgbClr val="61E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84000" y="4186800"/>
            <a:ext cx="3528000" cy="324000"/>
          </a:xfrm>
          <a:prstGeom prst="rect">
            <a:avLst/>
          </a:prstGeom>
          <a:noFill/>
        </p:spPr>
        <p:txBody>
          <a:bodyPr wrap="square" anchor="t" lIns="0" rIns="0" tIns="0" bIns="0">
            <a:spAutoFit/>
          </a:bodyPr>
          <a:lstStyle/>
          <a:p>
            <a:pPr algn="l">
              <a:lnSpc>
                <a:spcPct val="100000"/>
              </a:lnSpc>
            </a:pPr>
            <a:r>
              <a:rPr sz="1300" b="1">
                <a:solidFill>
                  <a:srgbClr val="222222"/>
                </a:solidFill>
                <a:latin typeface="Arial"/>
              </a:rPr>
              <a:t>Why the first one worked</a:t>
            </a:r>
          </a:p>
        </p:txBody>
      </p:sp>
      <p:sp>
        <p:nvSpPr>
          <p:cNvPr id="17" name="TextBox 16"/>
          <p:cNvSpPr txBox="1"/>
          <p:nvPr/>
        </p:nvSpPr>
        <p:spPr>
          <a:xfrm>
            <a:off x="4284000" y="4590000"/>
            <a:ext cx="3528000" cy="1872000"/>
          </a:xfrm>
          <a:prstGeom prst="rect">
            <a:avLst/>
          </a:prstGeom>
          <a:noFill/>
        </p:spPr>
        <p:txBody>
          <a:bodyPr wrap="square" anchor="t" lIns="0" rIns="0" tIns="0" bIns="0">
            <a:spAutoFit/>
          </a:bodyPr>
          <a:lstStyle/>
          <a:p>
            <a:pPr algn="l">
              <a:lnSpc>
                <a:spcPct val="112000"/>
              </a:lnSpc>
            </a:pPr>
            <a:r>
              <a:rPr sz="1000" b="0">
                <a:solidFill>
                  <a:srgbClr val="222222"/>
                </a:solidFill>
                <a:latin typeface="Arial"/>
              </a:rPr>
              <a:t>–  It started from a concrete discrepancy, not "review this paper"</a:t>
            </a:r>
          </a:p>
          <a:p>
            <a:pPr algn="l">
              <a:lnSpc>
                <a:spcPct val="112000"/>
              </a:lnSpc>
              <a:spcBef>
                <a:spcPts val="700"/>
              </a:spcBef>
            </a:pPr>
            <a:r>
              <a:rPr sz="1000" b="0">
                <a:solidFill>
                  <a:srgbClr val="222222"/>
                </a:solidFill>
                <a:latin typeface="Arial"/>
              </a:rPr>
              <a:t>–  It asked for method against claims — a checkable relation</a:t>
            </a:r>
          </a:p>
          <a:p>
            <a:pPr algn="l">
              <a:lnSpc>
                <a:spcPct val="112000"/>
              </a:lnSpc>
              <a:spcBef>
                <a:spcPts val="700"/>
              </a:spcBef>
            </a:pPr>
            <a:r>
              <a:rPr sz="1000" b="0">
                <a:solidFill>
                  <a:srgbClr val="222222"/>
                </a:solidFill>
                <a:latin typeface="Arial"/>
              </a:rPr>
              <a:t>–  "I do not think there are any" — permission to come back empty</a:t>
            </a:r>
          </a:p>
        </p:txBody>
      </p:sp>
      <p:sp>
        <p:nvSpPr>
          <p:cNvPr id="18" name="Rectangle 17"/>
          <p:cNvSpPr/>
          <p:nvPr/>
        </p:nvSpPr>
        <p:spPr>
          <a:xfrm>
            <a:off x="8172000" y="4068000"/>
            <a:ext cx="565200" cy="44450"/>
          </a:xfrm>
          <a:prstGeom prst="rect">
            <a:avLst/>
          </a:prstGeom>
          <a:solidFill>
            <a:srgbClr val="D987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2000" y="4186800"/>
            <a:ext cx="3528000" cy="324000"/>
          </a:xfrm>
          <a:prstGeom prst="rect">
            <a:avLst/>
          </a:prstGeom>
          <a:noFill/>
        </p:spPr>
        <p:txBody>
          <a:bodyPr wrap="square" anchor="t" lIns="0" rIns="0" tIns="0" bIns="0">
            <a:spAutoFit/>
          </a:bodyPr>
          <a:lstStyle/>
          <a:p>
            <a:pPr algn="l">
              <a:lnSpc>
                <a:spcPct val="100000"/>
              </a:lnSpc>
            </a:pPr>
            <a:r>
              <a:rPr sz="1300" b="1">
                <a:solidFill>
                  <a:srgbClr val="222222"/>
                </a:solidFill>
                <a:latin typeface="Arial"/>
              </a:rPr>
              <a:t>Why the second one worked</a:t>
            </a:r>
          </a:p>
        </p:txBody>
      </p:sp>
      <p:sp>
        <p:nvSpPr>
          <p:cNvPr id="20" name="TextBox 19"/>
          <p:cNvSpPr txBox="1"/>
          <p:nvPr/>
        </p:nvSpPr>
        <p:spPr>
          <a:xfrm>
            <a:off x="8172000" y="4590000"/>
            <a:ext cx="3528000" cy="1872000"/>
          </a:xfrm>
          <a:prstGeom prst="rect">
            <a:avLst/>
          </a:prstGeom>
          <a:noFill/>
        </p:spPr>
        <p:txBody>
          <a:bodyPr wrap="square" anchor="t" lIns="0" rIns="0" tIns="0" bIns="0">
            <a:spAutoFit/>
          </a:bodyPr>
          <a:lstStyle/>
          <a:p>
            <a:pPr algn="l">
              <a:lnSpc>
                <a:spcPct val="112000"/>
              </a:lnSpc>
            </a:pPr>
            <a:r>
              <a:rPr sz="1000" b="0">
                <a:solidFill>
                  <a:srgbClr val="222222"/>
                </a:solidFill>
                <a:latin typeface="Arial"/>
              </a:rPr>
              <a:t>–  A named, real reader — an author I know — forced precision</a:t>
            </a:r>
          </a:p>
          <a:p>
            <a:pPr algn="l">
              <a:lnSpc>
                <a:spcPct val="112000"/>
              </a:lnSpc>
              <a:spcBef>
                <a:spcPts val="700"/>
              </a:spcBef>
            </a:pPr>
            <a:r>
              <a:rPr sz="1000" b="0">
                <a:solidFill>
                  <a:srgbClr val="222222"/>
                </a:solidFill>
                <a:latin typeface="Arial"/>
              </a:rPr>
              <a:t>–  "Describe what you did" produced the method section, and with it the limits</a:t>
            </a:r>
          </a:p>
          <a:p>
            <a:pPr algn="l">
              <a:lnSpc>
                <a:spcPct val="112000"/>
              </a:lnSpc>
              <a:spcBef>
                <a:spcPts val="700"/>
              </a:spcBef>
            </a:pPr>
            <a:r>
              <a:rPr sz="1000" b="0">
                <a:solidFill>
                  <a:srgbClr val="222222"/>
                </a:solidFill>
                <a:latin typeface="Arial"/>
              </a:rPr>
              <a:t>–  A document, not a chat answer: reviewable, and it can be wrong in public</a:t>
            </a:r>
          </a:p>
        </p:txBody>
      </p:sp>
      <p:sp>
        <p:nvSpPr>
          <p:cNvPr id="21" name="TextBox 20"/>
          <p:cNvSpPr txBox="1"/>
          <p:nvPr/>
        </p:nvSpPr>
        <p:spPr>
          <a:xfrm>
            <a:off x="374400" y="6443999"/>
            <a:ext cx="7200000" cy="216000"/>
          </a:xfrm>
          <a:prstGeom prst="rect">
            <a:avLst/>
          </a:prstGeom>
          <a:noFill/>
        </p:spPr>
        <p:txBody>
          <a:bodyPr wrap="square" anchor="t" lIns="0" rIns="0" tIns="0" bIns="0">
            <a:spAutoFit/>
          </a:bodyPr>
          <a:lstStyle/>
          <a:p>
            <a:pPr algn="l">
              <a:lnSpc>
                <a:spcPct val="100000"/>
              </a:lnSpc>
            </a:pPr>
            <a:r>
              <a:rPr sz="800" b="0">
                <a:solidFill>
                  <a:srgbClr val="5A5A5A"/>
                </a:solidFill>
                <a:latin typeface="Arial"/>
              </a:rPr>
              <a:t>jonas.bargman@chalmers.se</a:t>
            </a:r>
          </a:p>
        </p:txBody>
      </p:sp>
      <p:sp>
        <p:nvSpPr>
          <p:cNvPr id="22" name="TextBox 21"/>
          <p:cNvSpPr txBox="1"/>
          <p:nvPr/>
        </p:nvSpPr>
        <p:spPr>
          <a:xfrm>
            <a:off x="9360000" y="6443999"/>
            <a:ext cx="936000" cy="216000"/>
          </a:xfrm>
          <a:prstGeom prst="rect">
            <a:avLst/>
          </a:prstGeom>
          <a:noFill/>
        </p:spPr>
        <p:txBody>
          <a:bodyPr wrap="square" anchor="t" lIns="0" rIns="0" tIns="0" bIns="0">
            <a:spAutoFit/>
          </a:bodyPr>
          <a:lstStyle/>
          <a:p>
            <a:pPr algn="r">
              <a:lnSpc>
                <a:spcPct val="100000"/>
              </a:lnSpc>
            </a:pPr>
            <a:r>
              <a:rPr sz="800" b="0">
                <a:solidFill>
                  <a:srgbClr val="5A5A5A"/>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74400" y="219600"/>
            <a:ext cx="10980000" cy="936000"/>
          </a:xfrm>
        </p:spPr>
        <p:txBody>
          <a:bodyPr wrap="square"/>
          <a:lstStyle/>
          <a:p>
            <a:r>
              <a:rPr sz="2500" b="1">
                <a:solidFill>
                  <a:srgbClr val="222222"/>
                </a:solidFill>
                <a:latin typeface="Arial"/>
              </a:rPr>
              <a:t>What someone else would need: </a:t>
            </a:r>
            <a:r>
              <a:rPr sz="2500" b="1">
                <a:solidFill>
                  <a:srgbClr val="472CBE"/>
                </a:solidFill>
                <a:latin typeface="Arial"/>
              </a:rPr>
              <a:t>artefacts to check against, and a way to catch the model being wrong</a:t>
            </a:r>
          </a:p>
        </p:txBody>
      </p:sp>
      <p:sp>
        <p:nvSpPr>
          <p:cNvPr id="3" name="Rectangle 2"/>
          <p:cNvSpPr/>
          <p:nvPr/>
        </p:nvSpPr>
        <p:spPr>
          <a:xfrm>
            <a:off x="374400" y="1296000"/>
            <a:ext cx="565200" cy="44450"/>
          </a:xfrm>
          <a:prstGeom prst="rect">
            <a:avLst/>
          </a:prstGeom>
          <a:solidFill>
            <a:srgbClr val="36B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74400" y="1414800"/>
            <a:ext cx="3564000" cy="324000"/>
          </a:xfrm>
          <a:prstGeom prst="rect">
            <a:avLst/>
          </a:prstGeom>
          <a:noFill/>
        </p:spPr>
        <p:txBody>
          <a:bodyPr wrap="square" anchor="t" lIns="0" rIns="0" tIns="0" bIns="0">
            <a:spAutoFit/>
          </a:bodyPr>
          <a:lstStyle/>
          <a:p>
            <a:pPr algn="l">
              <a:lnSpc>
                <a:spcPct val="100000"/>
              </a:lnSpc>
            </a:pPr>
            <a:r>
              <a:rPr sz="1300" b="1">
                <a:solidFill>
                  <a:srgbClr val="222222"/>
                </a:solidFill>
                <a:latin typeface="Arial"/>
              </a:rPr>
              <a:t>Set-up, not prompting</a:t>
            </a:r>
          </a:p>
        </p:txBody>
      </p:sp>
      <p:sp>
        <p:nvSpPr>
          <p:cNvPr id="5" name="TextBox 4"/>
          <p:cNvSpPr txBox="1"/>
          <p:nvPr/>
        </p:nvSpPr>
        <p:spPr>
          <a:xfrm>
            <a:off x="374400" y="1818000"/>
            <a:ext cx="3564000" cy="2736000"/>
          </a:xfrm>
          <a:prstGeom prst="rect">
            <a:avLst/>
          </a:prstGeom>
          <a:noFill/>
        </p:spPr>
        <p:txBody>
          <a:bodyPr wrap="square" anchor="t" lIns="0" rIns="0" tIns="0" bIns="0">
            <a:spAutoFit/>
          </a:bodyPr>
          <a:lstStyle/>
          <a:p>
            <a:pPr algn="l">
              <a:lnSpc>
                <a:spcPct val="112000"/>
              </a:lnSpc>
            </a:pPr>
            <a:r>
              <a:rPr sz="1050" b="1">
                <a:solidFill>
                  <a:srgbClr val="36B7F6"/>
                </a:solidFill>
                <a:latin typeface="Arial"/>
              </a:rPr>
              <a:t>A working repository, not a chat</a:t>
            </a:r>
          </a:p>
          <a:p>
            <a:pPr algn="l">
              <a:lnSpc>
                <a:spcPct val="112000"/>
              </a:lnSpc>
              <a:spcBef>
                <a:spcPts val="100"/>
              </a:spcBef>
            </a:pPr>
            <a:r>
              <a:rPr sz="1050" b="0">
                <a:solidFill>
                  <a:srgbClr val="222222"/>
                </a:solidFill>
                <a:latin typeface="Arial"/>
              </a:rPr>
              <a:t>The model ran the authors' code, re-analysed their deposit and compared both with our own build. Everything it claimed had an artefact behind it.</a:t>
            </a:r>
          </a:p>
          <a:p>
            <a:pPr algn="l">
              <a:lnSpc>
                <a:spcPct val="112000"/>
              </a:lnSpc>
              <a:spcBef>
                <a:spcPts val="900"/>
              </a:spcBef>
            </a:pPr>
            <a:r>
              <a:rPr sz="1050" b="1">
                <a:solidFill>
                  <a:srgbClr val="36B7F6"/>
                </a:solidFill>
                <a:latin typeface="Arial"/>
              </a:rPr>
              <a:t>An agentic tool</a:t>
            </a:r>
          </a:p>
          <a:p>
            <a:pPr algn="l">
              <a:lnSpc>
                <a:spcPct val="112000"/>
              </a:lnSpc>
              <a:spcBef>
                <a:spcPts val="100"/>
              </a:spcBef>
            </a:pPr>
            <a:r>
              <a:rPr sz="1050" b="0">
                <a:solidFill>
                  <a:srgbClr val="222222"/>
                </a:solidFill>
                <a:latin typeface="Arial"/>
              </a:rPr>
              <a:t>It has to be able to clone, run, read files and write documents on its own — a chat window with a PDF pasted in cannot do this.</a:t>
            </a:r>
          </a:p>
          <a:p>
            <a:pPr algn="l">
              <a:lnSpc>
                <a:spcPct val="112000"/>
              </a:lnSpc>
              <a:spcBef>
                <a:spcPts val="900"/>
              </a:spcBef>
            </a:pPr>
            <a:r>
              <a:rPr sz="1050" b="1">
                <a:solidFill>
                  <a:srgbClr val="36B7F6"/>
                </a:solidFill>
                <a:latin typeface="Arial"/>
              </a:rPr>
              <a:t>Time and compute</a:t>
            </a:r>
          </a:p>
          <a:p>
            <a:pPr algn="l">
              <a:lnSpc>
                <a:spcPct val="112000"/>
              </a:lnSpc>
              <a:spcBef>
                <a:spcPts val="100"/>
              </a:spcBef>
            </a:pPr>
            <a:r>
              <a:rPr sz="1050" b="0">
                <a:solidFill>
                  <a:srgbClr val="222222"/>
                </a:solidFill>
                <a:latin typeface="Arial"/>
              </a:rPr>
              <a:t>Six days of preparation before the review prompt; the review itself was an afternoon.</a:t>
            </a:r>
          </a:p>
        </p:txBody>
      </p:sp>
      <p:sp>
        <p:nvSpPr>
          <p:cNvPr id="6" name="Rectangle 5"/>
          <p:cNvSpPr/>
          <p:nvPr/>
        </p:nvSpPr>
        <p:spPr>
          <a:xfrm>
            <a:off x="4176000" y="1296000"/>
            <a:ext cx="565200" cy="44450"/>
          </a:xfrm>
          <a:prstGeom prst="rect">
            <a:avLst/>
          </a:prstGeom>
          <a:solidFill>
            <a:srgbClr val="61E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76000" y="1414800"/>
            <a:ext cx="3564000" cy="324000"/>
          </a:xfrm>
          <a:prstGeom prst="rect">
            <a:avLst/>
          </a:prstGeom>
          <a:noFill/>
        </p:spPr>
        <p:txBody>
          <a:bodyPr wrap="square" anchor="t" lIns="0" rIns="0" tIns="0" bIns="0">
            <a:spAutoFit/>
          </a:bodyPr>
          <a:lstStyle/>
          <a:p>
            <a:pPr algn="l">
              <a:lnSpc>
                <a:spcPct val="100000"/>
              </a:lnSpc>
            </a:pPr>
            <a:r>
              <a:rPr sz="1300" b="1">
                <a:solidFill>
                  <a:srgbClr val="222222"/>
                </a:solidFill>
                <a:latin typeface="Arial"/>
              </a:rPr>
              <a:t>Prompt habits that mattered</a:t>
            </a:r>
          </a:p>
        </p:txBody>
      </p:sp>
      <p:sp>
        <p:nvSpPr>
          <p:cNvPr id="8" name="TextBox 7"/>
          <p:cNvSpPr txBox="1"/>
          <p:nvPr/>
        </p:nvSpPr>
        <p:spPr>
          <a:xfrm>
            <a:off x="4176000" y="1818000"/>
            <a:ext cx="3564000" cy="2736000"/>
          </a:xfrm>
          <a:prstGeom prst="rect">
            <a:avLst/>
          </a:prstGeom>
          <a:noFill/>
        </p:spPr>
        <p:txBody>
          <a:bodyPr wrap="square" anchor="t" lIns="0" rIns="0" tIns="0" bIns="0">
            <a:spAutoFit/>
          </a:bodyPr>
          <a:lstStyle/>
          <a:p>
            <a:pPr algn="l">
              <a:lnSpc>
                <a:spcPct val="112000"/>
              </a:lnSpc>
            </a:pPr>
            <a:r>
              <a:rPr sz="1050" b="0">
                <a:solidFill>
                  <a:srgbClr val="222222"/>
                </a:solidFill>
                <a:latin typeface="Arial"/>
              </a:rPr>
              <a:t>–  Ask for verification against an artefact, never for an opinion of the work</a:t>
            </a:r>
          </a:p>
          <a:p>
            <a:pPr algn="l">
              <a:lnSpc>
                <a:spcPct val="112000"/>
              </a:lnSpc>
              <a:spcBef>
                <a:spcPts val="700"/>
              </a:spcBef>
            </a:pPr>
            <a:r>
              <a:rPr sz="1050" b="0">
                <a:solidFill>
                  <a:srgbClr val="222222"/>
                </a:solidFill>
                <a:latin typeface="Arial"/>
              </a:rPr>
              <a:t>–  Give it a real reader, and say what it will be used for</a:t>
            </a:r>
          </a:p>
          <a:p>
            <a:pPr algn="l">
              <a:lnSpc>
                <a:spcPct val="112000"/>
              </a:lnSpc>
              <a:spcBef>
                <a:spcPts val="700"/>
              </a:spcBef>
            </a:pPr>
            <a:r>
              <a:rPr sz="1050" b="0">
                <a:solidFill>
                  <a:srgbClr val="222222"/>
                </a:solidFill>
                <a:latin typeface="Arial"/>
              </a:rPr>
              <a:t>–  Say what you expect — and that finding nothing is an acceptable answer</a:t>
            </a:r>
          </a:p>
          <a:p>
            <a:pPr algn="l">
              <a:lnSpc>
                <a:spcPct val="112000"/>
              </a:lnSpc>
              <a:spcBef>
                <a:spcPts val="700"/>
              </a:spcBef>
            </a:pPr>
            <a:r>
              <a:rPr sz="1050" b="0">
                <a:solidFill>
                  <a:srgbClr val="222222"/>
                </a:solidFill>
                <a:latin typeface="Arial"/>
              </a:rPr>
              <a:t>–  Ask it to describe its own procedure and what it did not do</a:t>
            </a:r>
          </a:p>
          <a:p>
            <a:pPr algn="l">
              <a:lnSpc>
                <a:spcPct val="112000"/>
              </a:lnSpc>
              <a:spcBef>
                <a:spcPts val="700"/>
              </a:spcBef>
            </a:pPr>
            <a:r>
              <a:rPr sz="1050" b="0">
                <a:solidFill>
                  <a:srgbClr val="222222"/>
                </a:solidFill>
                <a:latin typeface="Arial"/>
              </a:rPr>
              <a:t>–  Make it tag every statement with its source</a:t>
            </a:r>
          </a:p>
          <a:p>
            <a:pPr algn="l">
              <a:lnSpc>
                <a:spcPct val="112000"/>
              </a:lnSpc>
              <a:spcBef>
                <a:spcPts val="700"/>
              </a:spcBef>
            </a:pPr>
            <a:r>
              <a:rPr sz="1050" b="0">
                <a:solidFill>
                  <a:srgbClr val="222222"/>
                </a:solidFill>
                <a:latin typeface="Arial"/>
              </a:rPr>
              <a:t>–  Insist on a document you can send, in a format others can comment on</a:t>
            </a:r>
          </a:p>
        </p:txBody>
      </p:sp>
      <p:sp>
        <p:nvSpPr>
          <p:cNvPr id="9" name="Rectangle 8"/>
          <p:cNvSpPr/>
          <p:nvPr/>
        </p:nvSpPr>
        <p:spPr>
          <a:xfrm>
            <a:off x="7992000" y="1296000"/>
            <a:ext cx="565200" cy="44450"/>
          </a:xfrm>
          <a:prstGeom prst="rect">
            <a:avLst/>
          </a:prstGeom>
          <a:solidFill>
            <a:srgbClr val="D987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92000" y="1414800"/>
            <a:ext cx="3708000" cy="324000"/>
          </a:xfrm>
          <a:prstGeom prst="rect">
            <a:avLst/>
          </a:prstGeom>
          <a:noFill/>
        </p:spPr>
        <p:txBody>
          <a:bodyPr wrap="square" anchor="t" lIns="0" rIns="0" tIns="0" bIns="0">
            <a:spAutoFit/>
          </a:bodyPr>
          <a:lstStyle/>
          <a:p>
            <a:pPr algn="l">
              <a:lnSpc>
                <a:spcPct val="100000"/>
              </a:lnSpc>
            </a:pPr>
            <a:r>
              <a:rPr sz="1300" b="1">
                <a:solidFill>
                  <a:srgbClr val="222222"/>
                </a:solidFill>
                <a:latin typeface="Arial"/>
              </a:rPr>
              <a:t>The honest limits</a:t>
            </a:r>
          </a:p>
        </p:txBody>
      </p:sp>
      <p:sp>
        <p:nvSpPr>
          <p:cNvPr id="11" name="TextBox 10"/>
          <p:cNvSpPr txBox="1"/>
          <p:nvPr/>
        </p:nvSpPr>
        <p:spPr>
          <a:xfrm>
            <a:off x="7992000" y="1818000"/>
            <a:ext cx="3708000" cy="2736000"/>
          </a:xfrm>
          <a:prstGeom prst="rect">
            <a:avLst/>
          </a:prstGeom>
          <a:noFill/>
        </p:spPr>
        <p:txBody>
          <a:bodyPr wrap="square" anchor="t" lIns="0" rIns="0" tIns="0" bIns="0">
            <a:spAutoFit/>
          </a:bodyPr>
          <a:lstStyle/>
          <a:p>
            <a:pPr algn="l">
              <a:lnSpc>
                <a:spcPct val="112000"/>
              </a:lnSpc>
            </a:pPr>
            <a:r>
              <a:rPr sz="1050" b="0">
                <a:solidFill>
                  <a:srgbClr val="222222"/>
                </a:solidFill>
                <a:latin typeface="Arial"/>
              </a:rPr>
              <a:t>–  It asserted things that were wrong until checked — the value is in what it can be made to verify, not in what it says</a:t>
            </a:r>
          </a:p>
          <a:p>
            <a:pPr algn="l">
              <a:lnSpc>
                <a:spcPct val="112000"/>
              </a:lnSpc>
              <a:spcBef>
                <a:spcPts val="700"/>
              </a:spcBef>
            </a:pPr>
            <a:r>
              <a:rPr sz="1050" b="0">
                <a:solidFill>
                  <a:srgbClr val="222222"/>
                </a:solidFill>
                <a:latin typeface="Arial"/>
              </a:rPr>
              <a:t>–  Our earlier conclusion that the mismatch was our own fault was itself an LLM conclusion, and it was wrong</a:t>
            </a:r>
          </a:p>
          <a:p>
            <a:pPr algn="l">
              <a:lnSpc>
                <a:spcPct val="112000"/>
              </a:lnSpc>
              <a:spcBef>
                <a:spcPts val="700"/>
              </a:spcBef>
            </a:pPr>
            <a:r>
              <a:rPr sz="1050" b="0">
                <a:solidFill>
                  <a:srgbClr val="222222"/>
                </a:solidFill>
                <a:latin typeface="Arial"/>
              </a:rPr>
              <a:t>–  Scope has to be declared: one scenario of three, no re-run simulations, no human data, no contact with the authors</a:t>
            </a:r>
          </a:p>
          <a:p>
            <a:pPr algn="l">
              <a:lnSpc>
                <a:spcPct val="112000"/>
              </a:lnSpc>
              <a:spcBef>
                <a:spcPts val="700"/>
              </a:spcBef>
            </a:pPr>
            <a:r>
              <a:rPr sz="1050" b="0">
                <a:solidFill>
                  <a:srgbClr val="222222"/>
                </a:solidFill>
                <a:latin typeface="Arial"/>
              </a:rPr>
              <a:t>–  A human sends it. I read every finding and decided what went to the author</a:t>
            </a:r>
          </a:p>
        </p:txBody>
      </p:sp>
      <p:sp>
        <p:nvSpPr>
          <p:cNvPr id="12" name="Rectangle 11"/>
          <p:cNvSpPr/>
          <p:nvPr/>
        </p:nvSpPr>
        <p:spPr>
          <a:xfrm>
            <a:off x="374400" y="4356000"/>
            <a:ext cx="11340000" cy="900000"/>
          </a:xfrm>
          <a:prstGeom prst="rect">
            <a:avLst/>
          </a:prstGeom>
          <a:solidFill>
            <a:srgbClr val="FFFFFF"/>
          </a:solidFill>
          <a:ln w="9525">
            <a:solidFill>
              <a:srgbClr val="D5D1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0000" y="4482000"/>
            <a:ext cx="11016000" cy="684000"/>
          </a:xfrm>
          <a:prstGeom prst="rect">
            <a:avLst/>
          </a:prstGeom>
          <a:noFill/>
        </p:spPr>
        <p:txBody>
          <a:bodyPr wrap="square" anchor="t" lIns="0" rIns="0" tIns="0" bIns="0">
            <a:spAutoFit/>
          </a:bodyPr>
          <a:lstStyle/>
          <a:p>
            <a:pPr algn="l">
              <a:lnSpc>
                <a:spcPct val="114000"/>
              </a:lnSpc>
            </a:pPr>
            <a:r>
              <a:rPr sz="1150" b="1">
                <a:solidFill>
                  <a:srgbClr val="222222"/>
                </a:solidFill>
                <a:latin typeface="Arial"/>
              </a:rPr>
              <a:t>What it ran on, for anyone who wants to try it</a:t>
            </a:r>
          </a:p>
          <a:p>
            <a:pPr algn="l">
              <a:lnSpc>
                <a:spcPct val="114000"/>
              </a:lnSpc>
              <a:spcBef>
                <a:spcPts val="400"/>
              </a:spcBef>
            </a:pPr>
            <a:r>
              <a:rPr sz="1050" b="0">
                <a:solidFill>
                  <a:srgbClr val="5A5A5A"/>
                </a:solidFill>
                <a:latin typeface="Arial"/>
              </a:rPr>
              <a:t>An agentic coding assistant (Claude Code) working in a git repository on my own laptop, with the papers, the authors' code and the 3.1 GB deposit local to it. No special infrastructure and no Chalmers systems — but also nothing that a browser chat window could have done, because the findings come from running and re-analysing the artefacts. Every prompt I type is logged automatically, which is where slide 2 comes from.</a:t>
            </a:r>
          </a:p>
        </p:txBody>
      </p:sp>
      <p:sp>
        <p:nvSpPr>
          <p:cNvPr id="14" name="Rectangle 13"/>
          <p:cNvSpPr/>
          <p:nvPr/>
        </p:nvSpPr>
        <p:spPr>
          <a:xfrm>
            <a:off x="374400" y="5436000"/>
            <a:ext cx="11340000" cy="450000"/>
          </a:xfrm>
          <a:prstGeom prst="rect">
            <a:avLst/>
          </a:prstGeom>
          <a:solidFill>
            <a:srgbClr val="F0E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00" rIns="118800"/>
          <a:lstStyle/>
          <a:p>
            <a:pPr algn="ctr"/>
            <a:r>
              <a:rPr sz="1050" b="1">
                <a:solidFill>
                  <a:srgbClr val="222222"/>
                </a:solidFill>
                <a:latin typeface="Arial"/>
              </a:rPr>
              <a:t>Every statement in the review is tagged by source — </a:t>
            </a:r>
            <a:r>
              <a:rPr sz="1050" b="1">
                <a:solidFill>
                  <a:srgbClr val="472CBE"/>
                </a:solidFill>
                <a:latin typeface="Arial"/>
              </a:rPr>
              <a:t>[Paper] [SI] [Code] [OSF] [Repo] [Opinion] — </a:t>
            </a:r>
            <a:r>
              <a:rPr sz="1050" b="0">
                <a:solidFill>
                  <a:srgbClr val="5A5A5A"/>
                </a:solidFill>
                <a:latin typeface="Arial"/>
              </a:rPr>
              <a:t>so a reader can see which claims rest on the artefacts and which are judgment</a:t>
            </a:r>
          </a:p>
        </p:txBody>
      </p:sp>
      <p:sp>
        <p:nvSpPr>
          <p:cNvPr id="15" name="TextBox 14"/>
          <p:cNvSpPr txBox="1"/>
          <p:nvPr/>
        </p:nvSpPr>
        <p:spPr>
          <a:xfrm>
            <a:off x="374400" y="6443999"/>
            <a:ext cx="7200000" cy="216000"/>
          </a:xfrm>
          <a:prstGeom prst="rect">
            <a:avLst/>
          </a:prstGeom>
          <a:noFill/>
        </p:spPr>
        <p:txBody>
          <a:bodyPr wrap="square" anchor="t" lIns="0" rIns="0" tIns="0" bIns="0">
            <a:spAutoFit/>
          </a:bodyPr>
          <a:lstStyle/>
          <a:p>
            <a:pPr algn="l">
              <a:lnSpc>
                <a:spcPct val="100000"/>
              </a:lnSpc>
            </a:pPr>
            <a:r>
              <a:rPr sz="800" b="0">
                <a:solidFill>
                  <a:srgbClr val="5A5A5A"/>
                </a:solidFill>
                <a:latin typeface="Arial"/>
              </a:rPr>
              <a:t>jonas.bargman@chalmers.se</a:t>
            </a:r>
          </a:p>
        </p:txBody>
      </p:sp>
      <p:sp>
        <p:nvSpPr>
          <p:cNvPr id="16" name="TextBox 15"/>
          <p:cNvSpPr txBox="1"/>
          <p:nvPr/>
        </p:nvSpPr>
        <p:spPr>
          <a:xfrm>
            <a:off x="9360000" y="6443999"/>
            <a:ext cx="936000" cy="216000"/>
          </a:xfrm>
          <a:prstGeom prst="rect">
            <a:avLst/>
          </a:prstGeom>
          <a:noFill/>
        </p:spPr>
        <p:txBody>
          <a:bodyPr wrap="square" anchor="t" lIns="0" rIns="0" tIns="0" bIns="0">
            <a:spAutoFit/>
          </a:bodyPr>
          <a:lstStyle/>
          <a:p>
            <a:pPr algn="r">
              <a:lnSpc>
                <a:spcPct val="100000"/>
              </a:lnSpc>
            </a:pPr>
            <a:r>
              <a:rPr sz="800" b="0">
                <a:solidFill>
                  <a:srgbClr val="5A5A5A"/>
                </a:solidFill>
                <a:latin typeface="Arial"/>
              </a:rPr>
              <a:t>3</a:t>
            </a:r>
          </a:p>
        </p:txBody>
      </p:sp>
    </p:spTree>
  </p:cSld>
  <p:clrMapOvr>
    <a:masterClrMapping/>
  </p:clrMapOvr>
</p:sld>
</file>

<file path=ppt/theme/theme1.xml><?xml version="1.0" encoding="utf-8"?>
<a:theme xmlns:a="http://schemas.openxmlformats.org/drawingml/2006/main" name="Chalmers Fastigheter">
  <a:themeElements>
    <a:clrScheme name="Egen 1">
      <a:dk1>
        <a:srgbClr val="222222"/>
      </a:dk1>
      <a:lt1>
        <a:srgbClr val="FFFFFF"/>
      </a:lt1>
      <a:dk2>
        <a:srgbClr val="222222"/>
      </a:dk2>
      <a:lt2>
        <a:srgbClr val="F0EDE6"/>
      </a:lt2>
      <a:accent1>
        <a:srgbClr val="472CBE"/>
      </a:accent1>
      <a:accent2>
        <a:srgbClr val="9E92E8"/>
      </a:accent2>
      <a:accent3>
        <a:srgbClr val="6746EB"/>
      </a:accent3>
      <a:accent4>
        <a:srgbClr val="D987BA"/>
      </a:accent4>
      <a:accent5>
        <a:srgbClr val="36B7F6"/>
      </a:accent5>
      <a:accent6>
        <a:srgbClr val="61E9D2"/>
      </a:accent6>
      <a:hlink>
        <a:srgbClr val="472DBE"/>
      </a:hlink>
      <a:folHlink>
        <a:srgbClr val="7F7F7F"/>
      </a:folHlink>
    </a:clrScheme>
    <a:fontScheme name="Chalmer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500" dirty="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500" dirty="0">
            <a:cs typeface="Arial" panose="020B0604020202020204" pitchFamily="34" charset="0"/>
          </a:defRPr>
        </a:defPPr>
      </a:lstStyle>
    </a:txDef>
  </a:objectDefaults>
  <a:extraClrSchemeLst/>
  <a:custClrLst>
    <a:custClr>
      <a:srgbClr val="6746EB"/>
    </a:custClr>
    <a:custClr>
      <a:srgbClr val="36B7F6"/>
    </a:custClr>
    <a:custClr>
      <a:srgbClr val="F6D62A"/>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472DBE"/>
    </a:custClr>
    <a:custClr>
      <a:srgbClr val="61E9D2"/>
    </a:custClr>
    <a:custClr>
      <a:srgbClr val="ED7122"/>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9E92E8"/>
    </a:custClr>
    <a:custClr>
      <a:srgbClr val="ADD739"/>
    </a:custClr>
    <a:custClr>
      <a:srgbClr val="D52515"/>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0EDE6"/>
    </a:custClr>
    <a:custClr>
      <a:srgbClr val="00B356"/>
    </a:custClr>
    <a:custClr>
      <a:srgbClr val="D987BA"/>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Chalmers Tekniska Högskola SV_edit" id="{750B5E26-8C50-F440-88E6-22FA347C26A0}" vid="{2CD277D4-9BC6-0A4E-9CA5-F0B9EC3DEC3A}"/>
    </a:ext>
  </a:extLst>
</a:theme>
</file>

<file path=ppt/theme/theme2.xml><?xml version="1.0" encoding="utf-8"?>
<a:theme xmlns:a="http://schemas.openxmlformats.org/drawingml/2006/main" name="Office-tema">
  <a:themeElements>
    <a:clrScheme name="Chalmers">
      <a:dk1>
        <a:srgbClr val="222222"/>
      </a:dk1>
      <a:lt1>
        <a:sysClr val="window" lastClr="FFFFFF"/>
      </a:lt1>
      <a:dk2>
        <a:srgbClr val="222222"/>
      </a:dk2>
      <a:lt2>
        <a:srgbClr val="F0EDE6"/>
      </a:lt2>
      <a:accent1>
        <a:srgbClr val="6746EB"/>
      </a:accent1>
      <a:accent2>
        <a:srgbClr val="9E92E8"/>
      </a:accent2>
      <a:accent3>
        <a:srgbClr val="472DBE"/>
      </a:accent3>
      <a:accent4>
        <a:srgbClr val="D987BA"/>
      </a:accent4>
      <a:accent5>
        <a:srgbClr val="36B7F6"/>
      </a:accent5>
      <a:accent6>
        <a:srgbClr val="61E9D2"/>
      </a:accent6>
      <a:hlink>
        <a:srgbClr val="472DBE"/>
      </a:hlink>
      <a:folHlink>
        <a:srgbClr val="7F7F7F"/>
      </a:folHlink>
    </a:clrScheme>
    <a:fontScheme name="Chalmer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halmers">
      <a:dk1>
        <a:srgbClr val="222222"/>
      </a:dk1>
      <a:lt1>
        <a:sysClr val="window" lastClr="FFFFFF"/>
      </a:lt1>
      <a:dk2>
        <a:srgbClr val="222222"/>
      </a:dk2>
      <a:lt2>
        <a:srgbClr val="F0EDE6"/>
      </a:lt2>
      <a:accent1>
        <a:srgbClr val="6746EB"/>
      </a:accent1>
      <a:accent2>
        <a:srgbClr val="9E92E8"/>
      </a:accent2>
      <a:accent3>
        <a:srgbClr val="472DBE"/>
      </a:accent3>
      <a:accent4>
        <a:srgbClr val="D987BA"/>
      </a:accent4>
      <a:accent5>
        <a:srgbClr val="36B7F6"/>
      </a:accent5>
      <a:accent6>
        <a:srgbClr val="61E9D2"/>
      </a:accent6>
      <a:hlink>
        <a:srgbClr val="472DBE"/>
      </a:hlink>
      <a:folHlink>
        <a:srgbClr val="7F7F7F"/>
      </a:folHlink>
    </a:clrScheme>
    <a:fontScheme name="Chalmer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79"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B931610-F55B-482F-8719-FC5500382874}">
  <we:reference id="33491e4f-5d38-4c24-85cb-c5144f8a0d2f" version="1.0.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7532cd0-e888-47d6-8f58-db0210f25002" xsi:nil="true"/>
    <lcf76f155ced4ddcb4097134ff3c332f xmlns="10c3a147-0d64-46aa-a281-dc97358e837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129BBCBF21362E4099AE6C2F27C58737" ma:contentTypeVersion="19" ma:contentTypeDescription="Skapa ett nytt dokument." ma:contentTypeScope="" ma:versionID="152c87bf7a21ca12131bbae1647c085f">
  <xsd:schema xmlns:xsd="http://www.w3.org/2001/XMLSchema" xmlns:xs="http://www.w3.org/2001/XMLSchema" xmlns:p="http://schemas.microsoft.com/office/2006/metadata/properties" xmlns:ns2="10c3a147-0d64-46aa-a281-dc97358e8373" xmlns:ns3="d7532cd0-e888-47d6-8f58-db0210f25002" targetNamespace="http://schemas.microsoft.com/office/2006/metadata/properties" ma:root="true" ma:fieldsID="64c619c202f67b5841d4d90baa429090" ns2:_="" ns3:_="">
    <xsd:import namespace="10c3a147-0d64-46aa-a281-dc97358e8373"/>
    <xsd:import namespace="d7532cd0-e888-47d6-8f58-db0210f2500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LengthInSeconds"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c3a147-0d64-46aa-a281-dc97358e83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Bildmarkeringar" ma:readOnly="false" ma:fieldId="{5cf76f15-5ced-4ddc-b409-7134ff3c332f}" ma:taxonomyMulti="true" ma:sspId="e641fc9e-d469-439b-858c-bb315f8f2b44"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7532cd0-e888-47d6-8f58-db0210f25002" elementFormDefault="qualified">
    <xsd:import namespace="http://schemas.microsoft.com/office/2006/documentManagement/types"/>
    <xsd:import namespace="http://schemas.microsoft.com/office/infopath/2007/PartnerControls"/>
    <xsd:element name="SharedWithUsers" ma:index="15" nillable="true" ma:displayName="Dela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Delat med information" ma:internalName="SharedWithDetails" ma:readOnly="true">
      <xsd:simpleType>
        <xsd:restriction base="dms:Note">
          <xsd:maxLength value="255"/>
        </xsd:restriction>
      </xsd:simpleType>
    </xsd:element>
    <xsd:element name="TaxCatchAll" ma:index="22" nillable="true" ma:displayName="Taxonomy Catch All Column" ma:hidden="true" ma:list="{544c4eab-b693-4c8a-8498-22d3ccf1cf42}" ma:internalName="TaxCatchAll" ma:showField="CatchAllData" ma:web="d7532cd0-e888-47d6-8f58-db0210f250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4ABDA6A-1F6C-4B42-8544-08E5AE6AC91F}">
  <ds:schemaRefs>
    <ds:schemaRef ds:uri="http://schemas.microsoft.com/office/2006/metadata/properties"/>
    <ds:schemaRef ds:uri="10c3a147-0d64-46aa-a281-dc97358e8373"/>
    <ds:schemaRef ds:uri="http://www.w3.org/XML/1998/namespace"/>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d7532cd0-e888-47d6-8f58-db0210f25002"/>
    <ds:schemaRef ds:uri="http://purl.org/dc/dcmitype/"/>
    <ds:schemaRef ds:uri="http://purl.org/dc/terms/"/>
  </ds:schemaRefs>
</ds:datastoreItem>
</file>

<file path=customXml/itemProps2.xml><?xml version="1.0" encoding="utf-8"?>
<ds:datastoreItem xmlns:ds="http://schemas.openxmlformats.org/officeDocument/2006/customXml" ds:itemID="{9CEBAD6A-AFE5-46E0-9A90-AF4AB80FFBEE}">
  <ds:schemaRefs>
    <ds:schemaRef ds:uri="http://schemas.microsoft.com/sharepoint/v3/contenttype/forms"/>
  </ds:schemaRefs>
</ds:datastoreItem>
</file>

<file path=customXml/itemProps3.xml><?xml version="1.0" encoding="utf-8"?>
<ds:datastoreItem xmlns:ds="http://schemas.openxmlformats.org/officeDocument/2006/customXml" ds:itemID="{BF66A41E-F026-43F7-9E3C-54F5693AE7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c3a147-0d64-46aa-a281-dc97358e8373"/>
    <ds:schemaRef ds:uri="d7532cd0-e888-47d6-8f58-db0210f250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1042</TotalTime>
  <Words>848</Words>
  <Application>Microsoft Macintosh PowerPoint</Application>
  <PresentationFormat>Bredbild</PresentationFormat>
  <Paragraphs>159</Paragraphs>
  <Slides>37</Slides>
  <Notes>4</Notes>
  <HiddenSlides>4</HiddenSlides>
  <MMClips>0</MMClips>
  <ScaleCrop>false</ScaleCrop>
  <HeadingPairs>
    <vt:vector size="6" baseType="variant">
      <vt:variant>
        <vt:lpstr>Använt teckensnitt</vt:lpstr>
      </vt:variant>
      <vt:variant>
        <vt:i4>1</vt:i4>
      </vt:variant>
      <vt:variant>
        <vt:lpstr>Tema</vt:lpstr>
      </vt:variant>
      <vt:variant>
        <vt:i4>1</vt:i4>
      </vt:variant>
      <vt:variant>
        <vt:lpstr>Bildrubriker</vt:lpstr>
      </vt:variant>
      <vt:variant>
        <vt:i4>37</vt:i4>
      </vt:variant>
    </vt:vector>
  </HeadingPairs>
  <TitlesOfParts>
    <vt:vector size="39" baseType="lpstr">
      <vt:lpstr>Arial</vt:lpstr>
      <vt:lpstr>Chalmers Fastigheter</vt:lpstr>
      <vt:lpstr>Layouts, temafärger, temateckensnitt</vt:lpstr>
      <vt:lpstr>Bilder</vt:lpstr>
      <vt:lpstr>Hjälpmedel</vt:lpstr>
      <vt:lpstr>Hantera dokument</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Saga Hedlund</dc:creator>
  <cp:lastModifiedBy>Jonas Magnusson</cp:lastModifiedBy>
  <cp:revision>10</cp:revision>
  <dcterms:created xsi:type="dcterms:W3CDTF">2026-05-11T12:47:23Z</dcterms:created>
  <dcterms:modified xsi:type="dcterms:W3CDTF">2026-05-13T13:38:18Z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0x010100129BBCBF21362E4099AE6C2F27C58737</vt:lpwstr>
  </property>
  <property fmtid="{D5CDD505-2E9C-101B-9397-08002B2CF9AE}" pid="3" name="Order">
    <vt:r8>32000</vt:r8>
  </property>
  <property fmtid="{D5CDD505-2E9C-101B-9397-08002B2CF9AE}" pid="4" name="MediaServiceImageTags">
    <vt:lpwstr/>
  </property>
</Properties>
</file>