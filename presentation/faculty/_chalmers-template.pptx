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2"/>
  </p:notesMasterIdLst>
  <p:handoutMasterIdLst>
    <p:handoutMasterId r:id="rId43"/>
  </p:handoutMasterIdLst>
  <p:sldIdLst>
    <p:sldId id="349" r:id="rId5"/>
    <p:sldId id="350" r:id="rId6"/>
    <p:sldId id="352" r:id="rId7"/>
    <p:sldId id="353" r:id="rId8"/>
    <p:sldId id="354" r:id="rId9"/>
    <p:sldId id="355" r:id="rId10"/>
    <p:sldId id="356" r:id="rId11"/>
    <p:sldId id="357" r:id="rId12"/>
    <p:sldId id="358" r:id="rId13"/>
    <p:sldId id="359" r:id="rId14"/>
    <p:sldId id="360" r:id="rId15"/>
    <p:sldId id="361" r:id="rId16"/>
    <p:sldId id="362" r:id="rId17"/>
    <p:sldId id="363" r:id="rId18"/>
    <p:sldId id="364" r:id="rId19"/>
    <p:sldId id="365" r:id="rId20"/>
    <p:sldId id="366" r:id="rId21"/>
    <p:sldId id="367" r:id="rId22"/>
    <p:sldId id="368" r:id="rId23"/>
    <p:sldId id="369" r:id="rId24"/>
    <p:sldId id="370" r:id="rId25"/>
    <p:sldId id="371" r:id="rId26"/>
    <p:sldId id="372" r:id="rId27"/>
    <p:sldId id="373" r:id="rId28"/>
    <p:sldId id="374" r:id="rId29"/>
    <p:sldId id="375" r:id="rId30"/>
    <p:sldId id="376" r:id="rId31"/>
    <p:sldId id="377" r:id="rId32"/>
    <p:sldId id="378" r:id="rId33"/>
    <p:sldId id="379" r:id="rId34"/>
    <p:sldId id="380" r:id="rId35"/>
    <p:sldId id="381" r:id="rId36"/>
    <p:sldId id="382" r:id="rId37"/>
    <p:sldId id="383" r:id="rId38"/>
    <p:sldId id="384" r:id="rId39"/>
    <p:sldId id="385" r:id="rId40"/>
    <p:sldId id="386" r:id="rId41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ktioner" id="{69B31D63-6B9C-4112-9EA6-CB142D47AA0B}">
          <p14:sldIdLst>
            <p14:sldId id="349"/>
            <p14:sldId id="350"/>
            <p14:sldId id="352"/>
            <p14:sldId id="353"/>
          </p14:sldIdLst>
        </p14:section>
        <p14:section name="Presentation" id="{B972C155-D5BF-46A7-B591-A42909CFC1FA}">
          <p14:sldIdLst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22" autoAdjust="0"/>
    <p:restoredTop sz="89245" autoAdjust="0"/>
  </p:normalViewPr>
  <p:slideViewPr>
    <p:cSldViewPr snapToGrid="0">
      <p:cViewPr varScale="1">
        <p:scale>
          <a:sx n="196" d="100"/>
          <a:sy n="196" d="100"/>
        </p:scale>
        <p:origin x="1568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359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8FDC7F-BDAC-9EC2-DA94-3B99413B9C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75C95E-6FDB-64D0-C35C-135B89A47C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9FD4D2-61E1-4874-918D-8773C03BE458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DBA7E-7D98-B0B4-31E6-A68CC0D873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EC898-126E-9391-3F12-B74F00619C5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9AEDFE-DD79-424E-BB40-F09697A6D2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23599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CD27F-57ED-4050-A749-338366197E0D}" type="datetimeFigureOut">
              <a:rPr lang="sv-SE" smtClean="0"/>
              <a:t>2026-05-13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9CD586-C145-4C08-8ECD-C931AA62810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98416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9CD586-C145-4C08-8ECD-C931AA628107}" type="slidenum">
              <a:rPr lang="sv-SE" smtClean="0"/>
              <a:t>1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61199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9CD586-C145-4C08-8ECD-C931AA628107}" type="slidenum">
              <a:rPr lang="sv-SE" smtClean="0"/>
              <a:t>2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085601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9CD586-C145-4C08-8ECD-C931AA628107}" type="slidenum">
              <a:rPr lang="sv-SE" smtClean="0"/>
              <a:t>3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153863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9CD586-C145-4C08-8ECD-C931AA628107}" type="slidenum">
              <a:rPr lang="sv-SE" smtClean="0"/>
              <a:t>4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578663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312235-4994-6206-B01A-47334AA8803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 dirty="0"/>
              <a:t>Chalmers Stiftelse SV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258EC79-F416-4E3D-A67E-4A13E8004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6463" y="2908300"/>
            <a:ext cx="7065961" cy="1752600"/>
          </a:xfrm>
          <a:prstGeom prst="rect">
            <a:avLst/>
          </a:prstGeom>
        </p:spPr>
        <p:txBody>
          <a:bodyPr anchor="t"/>
          <a:lstStyle>
            <a:lvl1pPr algn="l">
              <a:defRPr sz="6000" spc="-90" baseline="0"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56B188-FE4D-467B-6B9E-AC192F6D3264}"/>
              </a:ext>
            </a:extLst>
          </p:cNvPr>
          <p:cNvSpPr txBox="1"/>
          <p:nvPr userDrawn="1"/>
        </p:nvSpPr>
        <p:spPr>
          <a:xfrm>
            <a:off x="0" y="-660400"/>
            <a:ext cx="12192000" cy="554610"/>
          </a:xfrm>
          <a:prstGeom prst="rect">
            <a:avLst/>
          </a:prstGeom>
          <a:solidFill>
            <a:schemeClr val="bg1"/>
          </a:solidFill>
        </p:spPr>
        <p:txBody>
          <a:bodyPr wrap="square" lIns="144000" tIns="0" rIns="144000" bIns="0" rtlCol="0" anchor="ctr" anchorCtr="0">
            <a:noAutofit/>
          </a:bodyPr>
          <a:lstStyle/>
          <a:p>
            <a:pPr algn="l"/>
            <a:r>
              <a:rPr lang="sv-SE" sz="1400" dirty="0">
                <a:cs typeface="Arial" panose="020B0604020202020204" pitchFamily="34" charset="0"/>
              </a:rPr>
              <a:t>När bildplatshållaren är gömd bakom rubriken: Klicka på bildplatshållaren och gå till </a:t>
            </a:r>
            <a:r>
              <a:rPr lang="sv-SE" sz="1400" b="1" dirty="0">
                <a:cs typeface="Arial" panose="020B0604020202020204" pitchFamily="34" charset="0"/>
              </a:rPr>
              <a:t>Infoga – Bilder</a:t>
            </a:r>
            <a:r>
              <a:rPr lang="sv-SE" sz="1400" dirty="0">
                <a:cs typeface="Arial" panose="020B0604020202020204" pitchFamily="34" charset="0"/>
              </a:rPr>
              <a:t> för att fylla den med en bild eller dra bilden till bildplatshållaren.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E15543-85C8-683D-8564-621C818C82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387350" y="3078161"/>
            <a:ext cx="3653999" cy="813864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noFill/>
              </a:defRPr>
            </a:lvl1pPr>
          </a:lstStyle>
          <a:p>
            <a:pPr lvl="0"/>
            <a:r>
              <a:rPr lang="sv-SE"/>
              <a:t>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776926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ida ordmärk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258EC79-F416-4E3D-A67E-4A13E8004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6462" y="2309586"/>
            <a:ext cx="7066800" cy="2198911"/>
          </a:xfrm>
          <a:prstGeom prst="rect">
            <a:avLst/>
          </a:prstGeom>
        </p:spPr>
        <p:txBody>
          <a:bodyPr anchor="t"/>
          <a:lstStyle>
            <a:lvl1pPr algn="l">
              <a:defRPr sz="4800" spc="-90" baseline="0"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pic>
        <p:nvPicPr>
          <p:cNvPr id="3" name="Bild 2">
            <a:extLst>
              <a:ext uri="{FF2B5EF4-FFF2-40B4-BE49-F238E27FC236}">
                <a16:creationId xmlns:a16="http://schemas.microsoft.com/office/drawing/2014/main" id="{3998DA44-28F6-7BC6-80DE-2829A51FBE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05396" y="2222706"/>
            <a:ext cx="2453640" cy="223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073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037B9119-FC7B-D7E8-9176-4459568ED4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A0D443-F1F6-32A3-4115-F58A2E65C21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377509" y="1606550"/>
            <a:ext cx="9032875" cy="3644900"/>
          </a:xfrm>
          <a:prstGeom prst="rect">
            <a:avLst/>
          </a:prstGeom>
        </p:spPr>
        <p:txBody>
          <a:bodyPr anchor="ctr" anchorCtr="0"/>
          <a:lstStyle>
            <a:lvl1pPr>
              <a:defRPr sz="6000" spc="-90" baseline="0"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ABE1B7-8EAD-7D86-7F88-FCFF3A0A9B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D03DC0-DFD3-49DC-95E8-F06A6717372D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E41942-4F44-0853-A73F-B5530191F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4E32D-7C07-5C12-90E2-15EA8BD97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1F90E2DD-7C6E-BA8F-B720-A61537D8B4DA}"/>
              </a:ext>
            </a:extLst>
          </p:cNvPr>
          <p:cNvSpPr txBox="1"/>
          <p:nvPr userDrawn="1"/>
        </p:nvSpPr>
        <p:spPr>
          <a:xfrm>
            <a:off x="0" y="-660400"/>
            <a:ext cx="12192000" cy="554610"/>
          </a:xfrm>
          <a:prstGeom prst="rect">
            <a:avLst/>
          </a:prstGeom>
          <a:solidFill>
            <a:schemeClr val="bg1"/>
          </a:solidFill>
        </p:spPr>
        <p:txBody>
          <a:bodyPr wrap="square" lIns="144000" tIns="0" rIns="144000" bIns="0" rtlCol="0" anchor="ctr" anchorCtr="0">
            <a:noAutofit/>
          </a:bodyPr>
          <a:lstStyle/>
          <a:p>
            <a:pPr algn="l"/>
            <a:r>
              <a:rPr lang="sv-SE" sz="1400" dirty="0">
                <a:cs typeface="Arial" panose="020B0604020202020204" pitchFamily="34" charset="0"/>
              </a:rPr>
              <a:t>När bildplatshållaren är gömd bakom rubriken: Klicka på bildplatshållaren och gå till </a:t>
            </a:r>
            <a:r>
              <a:rPr lang="sv-SE" sz="1400" b="1" dirty="0">
                <a:cs typeface="Arial" panose="020B0604020202020204" pitchFamily="34" charset="0"/>
              </a:rPr>
              <a:t>Infoga – Bilder</a:t>
            </a:r>
            <a:r>
              <a:rPr lang="sv-SE" sz="1400" dirty="0">
                <a:cs typeface="Arial" panose="020B0604020202020204" pitchFamily="34" charset="0"/>
              </a:rPr>
              <a:t> för att fylla den med en bild eller dra bilden till bildplatshållaren.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D04DF68-D131-57FB-6BAE-8A02B99F4E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10521351" y="6434927"/>
            <a:ext cx="1295999" cy="288661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43407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bil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4">
            <a:extLst>
              <a:ext uri="{FF2B5EF4-FFF2-40B4-BE49-F238E27FC236}">
                <a16:creationId xmlns:a16="http://schemas.microsoft.com/office/drawing/2014/main" id="{F1E09519-7F45-6F3F-FE87-F333CF66C1A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white">
          <a:xfrm>
            <a:off x="5873750" y="0"/>
            <a:ext cx="6318250" cy="6858000"/>
          </a:xfrm>
          <a:custGeom>
            <a:avLst/>
            <a:gdLst>
              <a:gd name="csX0" fmla="*/ 4700997 w 6318250"/>
              <a:gd name="csY0" fmla="*/ 0 h 6858000"/>
              <a:gd name="csX1" fmla="*/ 6318250 w 6318250"/>
              <a:gd name="csY1" fmla="*/ 0 h 6858000"/>
              <a:gd name="csX2" fmla="*/ 6318250 w 6318250"/>
              <a:gd name="csY2" fmla="*/ 6858000 h 6858000"/>
              <a:gd name="csX3" fmla="*/ 0 w 631825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18250" h="6858000">
                <a:moveTo>
                  <a:pt x="4700997" y="0"/>
                </a:moveTo>
                <a:lnTo>
                  <a:pt x="6318250" y="0"/>
                </a:lnTo>
                <a:lnTo>
                  <a:pt x="63182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tIns="2772000" anchor="t">
            <a:noAutofit/>
          </a:bodyPr>
          <a:lstStyle>
            <a:lvl1pPr algn="ctr">
              <a:buNone/>
              <a:defRPr sz="100">
                <a:noFill/>
              </a:defRPr>
            </a:lvl1pPr>
          </a:lstStyle>
          <a:p>
            <a:r>
              <a:rPr lang="en-GB" dirty="0"/>
              <a:t>                             Picture 3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E757BB94-B6BA-4E2F-4A18-F57D849CB79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white">
          <a:xfrm>
            <a:off x="1227137" y="-1345"/>
            <a:ext cx="9360818" cy="6872046"/>
          </a:xfrm>
          <a:custGeom>
            <a:avLst/>
            <a:gdLst>
              <a:gd name="csX0" fmla="*/ 4735718 w 9360312"/>
              <a:gd name="csY0" fmla="*/ 0 h 6858000"/>
              <a:gd name="csX1" fmla="*/ 9360312 w 9360312"/>
              <a:gd name="csY1" fmla="*/ 0 h 6858000"/>
              <a:gd name="csX2" fmla="*/ 9360312 w 9360312"/>
              <a:gd name="csY2" fmla="*/ 30404 h 6858000"/>
              <a:gd name="csX3" fmla="*/ 4680156 w 9360312"/>
              <a:gd name="csY3" fmla="*/ 6858000 h 6858000"/>
              <a:gd name="csX4" fmla="*/ 0 w 9360312"/>
              <a:gd name="csY4" fmla="*/ 6858000 h 6858000"/>
              <a:gd name="csX5" fmla="*/ 0 w 9360312"/>
              <a:gd name="csY5" fmla="*/ 6845804 h 6858000"/>
              <a:gd name="csX6" fmla="*/ 49418 w 9360312"/>
              <a:gd name="csY6" fmla="*/ 6845300 h 6858000"/>
              <a:gd name="csX0" fmla="*/ 4735718 w 9360312"/>
              <a:gd name="csY0" fmla="*/ 12700 h 6870700"/>
              <a:gd name="csX1" fmla="*/ 9163462 w 9360312"/>
              <a:gd name="csY1" fmla="*/ 0 h 6870700"/>
              <a:gd name="csX2" fmla="*/ 9360312 w 9360312"/>
              <a:gd name="csY2" fmla="*/ 43104 h 6870700"/>
              <a:gd name="csX3" fmla="*/ 4680156 w 9360312"/>
              <a:gd name="csY3" fmla="*/ 6870700 h 6870700"/>
              <a:gd name="csX4" fmla="*/ 0 w 9360312"/>
              <a:gd name="csY4" fmla="*/ 6870700 h 6870700"/>
              <a:gd name="csX5" fmla="*/ 0 w 9360312"/>
              <a:gd name="csY5" fmla="*/ 6858504 h 6870700"/>
              <a:gd name="csX6" fmla="*/ 49418 w 9360312"/>
              <a:gd name="csY6" fmla="*/ 6858000 h 6870700"/>
              <a:gd name="csX7" fmla="*/ 4735718 w 9360312"/>
              <a:gd name="csY7" fmla="*/ 12700 h 6870700"/>
              <a:gd name="csX0" fmla="*/ 4735718 w 9360312"/>
              <a:gd name="csY0" fmla="*/ 0 h 6858000"/>
              <a:gd name="csX1" fmla="*/ 9360312 w 9360312"/>
              <a:gd name="csY1" fmla="*/ 30404 h 6858000"/>
              <a:gd name="csX2" fmla="*/ 4680156 w 9360312"/>
              <a:gd name="csY2" fmla="*/ 6858000 h 6858000"/>
              <a:gd name="csX3" fmla="*/ 0 w 9360312"/>
              <a:gd name="csY3" fmla="*/ 6858000 h 6858000"/>
              <a:gd name="csX4" fmla="*/ 0 w 9360312"/>
              <a:gd name="csY4" fmla="*/ 6845804 h 6858000"/>
              <a:gd name="csX5" fmla="*/ 49418 w 9360312"/>
              <a:gd name="csY5" fmla="*/ 6845300 h 6858000"/>
              <a:gd name="csX6" fmla="*/ 4735718 w 9360312"/>
              <a:gd name="csY6" fmla="*/ 0 h 6858000"/>
              <a:gd name="csX0" fmla="*/ 4735718 w 9382537"/>
              <a:gd name="csY0" fmla="*/ 1346 h 6859346"/>
              <a:gd name="csX1" fmla="*/ 9382537 w 9382537"/>
              <a:gd name="csY1" fmla="*/ 0 h 6859346"/>
              <a:gd name="csX2" fmla="*/ 4680156 w 9382537"/>
              <a:gd name="csY2" fmla="*/ 6859346 h 6859346"/>
              <a:gd name="csX3" fmla="*/ 0 w 9382537"/>
              <a:gd name="csY3" fmla="*/ 6859346 h 6859346"/>
              <a:gd name="csX4" fmla="*/ 0 w 9382537"/>
              <a:gd name="csY4" fmla="*/ 6847150 h 6859346"/>
              <a:gd name="csX5" fmla="*/ 49418 w 9382537"/>
              <a:gd name="csY5" fmla="*/ 6846646 h 6859346"/>
              <a:gd name="csX6" fmla="*/ 4735718 w 9382537"/>
              <a:gd name="csY6" fmla="*/ 1346 h 6859346"/>
              <a:gd name="csX0" fmla="*/ 4735718 w 9382537"/>
              <a:gd name="csY0" fmla="*/ 1346 h 6859346"/>
              <a:gd name="csX1" fmla="*/ 9382537 w 9382537"/>
              <a:gd name="csY1" fmla="*/ 0 h 6859346"/>
              <a:gd name="csX2" fmla="*/ 4680156 w 9382537"/>
              <a:gd name="csY2" fmla="*/ 6859346 h 6859346"/>
              <a:gd name="csX3" fmla="*/ 0 w 9382537"/>
              <a:gd name="csY3" fmla="*/ 6859346 h 6859346"/>
              <a:gd name="csX4" fmla="*/ 49418 w 9382537"/>
              <a:gd name="csY4" fmla="*/ 6846646 h 6859346"/>
              <a:gd name="csX5" fmla="*/ 4735718 w 9382537"/>
              <a:gd name="csY5" fmla="*/ 1346 h 6859346"/>
              <a:gd name="csX0" fmla="*/ 4686300 w 9333119"/>
              <a:gd name="csY0" fmla="*/ 1346 h 6859346"/>
              <a:gd name="csX1" fmla="*/ 9333119 w 9333119"/>
              <a:gd name="csY1" fmla="*/ 0 h 6859346"/>
              <a:gd name="csX2" fmla="*/ 4630738 w 9333119"/>
              <a:gd name="csY2" fmla="*/ 6859346 h 6859346"/>
              <a:gd name="csX3" fmla="*/ 0 w 9333119"/>
              <a:gd name="csY3" fmla="*/ 6846646 h 6859346"/>
              <a:gd name="csX4" fmla="*/ 4686300 w 9333119"/>
              <a:gd name="csY4" fmla="*/ 1346 h 6859346"/>
              <a:gd name="csX0" fmla="*/ 4689475 w 9336294"/>
              <a:gd name="csY0" fmla="*/ 1346 h 6868871"/>
              <a:gd name="csX1" fmla="*/ 9336294 w 9336294"/>
              <a:gd name="csY1" fmla="*/ 0 h 6868871"/>
              <a:gd name="csX2" fmla="*/ 4633913 w 9336294"/>
              <a:gd name="csY2" fmla="*/ 6859346 h 6868871"/>
              <a:gd name="csX3" fmla="*/ 0 w 9336294"/>
              <a:gd name="csY3" fmla="*/ 6868871 h 6868871"/>
              <a:gd name="csX4" fmla="*/ 4689475 w 9336294"/>
              <a:gd name="csY4" fmla="*/ 1346 h 6868871"/>
              <a:gd name="csX0" fmla="*/ 4702175 w 9348994"/>
              <a:gd name="csY0" fmla="*/ 1346 h 6872046"/>
              <a:gd name="csX1" fmla="*/ 9348994 w 9348994"/>
              <a:gd name="csY1" fmla="*/ 0 h 6872046"/>
              <a:gd name="csX2" fmla="*/ 4646613 w 9348994"/>
              <a:gd name="csY2" fmla="*/ 6859346 h 6872046"/>
              <a:gd name="csX3" fmla="*/ 0 w 9348994"/>
              <a:gd name="csY3" fmla="*/ 6872046 h 6872046"/>
              <a:gd name="csX4" fmla="*/ 4702175 w 9348994"/>
              <a:gd name="csY4" fmla="*/ 1346 h 6872046"/>
              <a:gd name="csX0" fmla="*/ 4702175 w 9360818"/>
              <a:gd name="csY0" fmla="*/ 1346 h 6872046"/>
              <a:gd name="csX1" fmla="*/ 9360818 w 9360818"/>
              <a:gd name="csY1" fmla="*/ 0 h 6872046"/>
              <a:gd name="csX2" fmla="*/ 4646613 w 9360818"/>
              <a:gd name="csY2" fmla="*/ 6859346 h 6872046"/>
              <a:gd name="csX3" fmla="*/ 0 w 9360818"/>
              <a:gd name="csY3" fmla="*/ 6872046 h 6872046"/>
              <a:gd name="csX4" fmla="*/ 4702175 w 9360818"/>
              <a:gd name="csY4" fmla="*/ 1346 h 6872046"/>
              <a:gd name="csX0" fmla="*/ 4702175 w 9360818"/>
              <a:gd name="csY0" fmla="*/ 1346 h 6872046"/>
              <a:gd name="csX1" fmla="*/ 9360818 w 9360818"/>
              <a:gd name="csY1" fmla="*/ 0 h 6872046"/>
              <a:gd name="csX2" fmla="*/ 4658438 w 9360818"/>
              <a:gd name="csY2" fmla="*/ 6863288 h 6872046"/>
              <a:gd name="csX3" fmla="*/ 0 w 9360818"/>
              <a:gd name="csY3" fmla="*/ 6872046 h 6872046"/>
              <a:gd name="csX4" fmla="*/ 4702175 w 9360818"/>
              <a:gd name="csY4" fmla="*/ 1346 h 68720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360818" h="6872046">
                <a:moveTo>
                  <a:pt x="4702175" y="1346"/>
                </a:moveTo>
                <a:lnTo>
                  <a:pt x="9360818" y="0"/>
                </a:lnTo>
                <a:lnTo>
                  <a:pt x="4658438" y="6863288"/>
                </a:lnTo>
                <a:lnTo>
                  <a:pt x="0" y="6872046"/>
                </a:lnTo>
                <a:lnTo>
                  <a:pt x="4702175" y="134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0032613-FD3E-FEBD-CBDE-A2D961747B3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white">
          <a:xfrm>
            <a:off x="0" y="0"/>
            <a:ext cx="5930900" cy="6864350"/>
          </a:xfrm>
          <a:custGeom>
            <a:avLst/>
            <a:gdLst>
              <a:gd name="csX0" fmla="*/ 0 w 5930900"/>
              <a:gd name="csY0" fmla="*/ 0 h 6858000"/>
              <a:gd name="csX1" fmla="*/ 5930900 w 5930900"/>
              <a:gd name="csY1" fmla="*/ 0 h 6858000"/>
              <a:gd name="csX2" fmla="*/ 1244600 w 5930900"/>
              <a:gd name="csY2" fmla="*/ 6845300 h 6858000"/>
              <a:gd name="csX3" fmla="*/ 0 w 5930900"/>
              <a:gd name="csY3" fmla="*/ 6858000 h 6858000"/>
              <a:gd name="csX0" fmla="*/ 0 w 5930900"/>
              <a:gd name="csY0" fmla="*/ 0 h 6858000"/>
              <a:gd name="csX1" fmla="*/ 5930900 w 5930900"/>
              <a:gd name="csY1" fmla="*/ 0 h 6858000"/>
              <a:gd name="csX2" fmla="*/ 1193800 w 5930900"/>
              <a:gd name="csY2" fmla="*/ 6858000 h 6858000"/>
              <a:gd name="csX3" fmla="*/ 0 w 5930900"/>
              <a:gd name="csY3" fmla="*/ 6858000 h 6858000"/>
              <a:gd name="csX4" fmla="*/ 0 w 5930900"/>
              <a:gd name="csY4" fmla="*/ 0 h 6858000"/>
              <a:gd name="csX0" fmla="*/ 0 w 5930900"/>
              <a:gd name="csY0" fmla="*/ 0 h 6861175"/>
              <a:gd name="csX1" fmla="*/ 5930900 w 5930900"/>
              <a:gd name="csY1" fmla="*/ 0 h 6861175"/>
              <a:gd name="csX2" fmla="*/ 1165225 w 5930900"/>
              <a:gd name="csY2" fmla="*/ 6861175 h 6861175"/>
              <a:gd name="csX3" fmla="*/ 0 w 5930900"/>
              <a:gd name="csY3" fmla="*/ 6858000 h 6861175"/>
              <a:gd name="csX4" fmla="*/ 0 w 5930900"/>
              <a:gd name="csY4" fmla="*/ 0 h 6861175"/>
              <a:gd name="csX0" fmla="*/ 0 w 5930900"/>
              <a:gd name="csY0" fmla="*/ 0 h 6864350"/>
              <a:gd name="csX1" fmla="*/ 5930900 w 5930900"/>
              <a:gd name="csY1" fmla="*/ 0 h 6864350"/>
              <a:gd name="csX2" fmla="*/ 1130300 w 5930900"/>
              <a:gd name="csY2" fmla="*/ 6864350 h 6864350"/>
              <a:gd name="csX3" fmla="*/ 0 w 5930900"/>
              <a:gd name="csY3" fmla="*/ 6858000 h 6864350"/>
              <a:gd name="csX4" fmla="*/ 0 w 5930900"/>
              <a:gd name="csY4" fmla="*/ 0 h 6864350"/>
              <a:gd name="csX0" fmla="*/ 0 w 5930900"/>
              <a:gd name="csY0" fmla="*/ 0 h 6864350"/>
              <a:gd name="csX1" fmla="*/ 5930900 w 5930900"/>
              <a:gd name="csY1" fmla="*/ 0 h 6864350"/>
              <a:gd name="csX2" fmla="*/ 1231900 w 5930900"/>
              <a:gd name="csY2" fmla="*/ 6864350 h 6864350"/>
              <a:gd name="csX3" fmla="*/ 0 w 5930900"/>
              <a:gd name="csY3" fmla="*/ 6858000 h 6864350"/>
              <a:gd name="csX4" fmla="*/ 0 w 5930900"/>
              <a:gd name="csY4" fmla="*/ 0 h 6864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930900" h="6864350">
                <a:moveTo>
                  <a:pt x="0" y="0"/>
                </a:moveTo>
                <a:lnTo>
                  <a:pt x="5930900" y="0"/>
                </a:lnTo>
                <a:lnTo>
                  <a:pt x="1231900" y="686435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tIns="2736000">
            <a:noAutofit/>
          </a:bodyPr>
          <a:lstStyle>
            <a:lvl1pPr>
              <a:buNone/>
              <a:defRPr sz="100">
                <a:noFill/>
              </a:defRPr>
            </a:lvl1pPr>
          </a:lstStyle>
          <a:p>
            <a:r>
              <a:rPr lang="en-GB" dirty="0"/>
              <a:t>            Picture 1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EC8B4-B8F9-1540-EC55-E5CADA01A7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24B0877-37EE-48D5-AFE0-6A9DD7A7A031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2F358-29ED-17D3-33F7-E79F86F09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1817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B048B8-DB78-7002-561E-0CA9B41A71E4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377509" y="1606549"/>
            <a:ext cx="9032875" cy="3644900"/>
          </a:xfrm>
          <a:prstGeom prst="rect">
            <a:avLst/>
          </a:prstGeom>
        </p:spPr>
        <p:txBody>
          <a:bodyPr anchor="ctr" anchorCtr="0"/>
          <a:lstStyle>
            <a:lvl1pPr>
              <a:defRPr sz="6000" spc="-90" baseline="0"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003EAF86-3F0B-F2B6-D910-BDBEA9D255AE}"/>
              </a:ext>
            </a:extLst>
          </p:cNvPr>
          <p:cNvSpPr txBox="1"/>
          <p:nvPr userDrawn="1"/>
        </p:nvSpPr>
        <p:spPr>
          <a:xfrm>
            <a:off x="0" y="-660400"/>
            <a:ext cx="12192000" cy="554610"/>
          </a:xfrm>
          <a:prstGeom prst="rect">
            <a:avLst/>
          </a:prstGeom>
          <a:solidFill>
            <a:schemeClr val="bg1"/>
          </a:solidFill>
        </p:spPr>
        <p:txBody>
          <a:bodyPr wrap="square" lIns="144000" tIns="0" rIns="144000" bIns="0" rtlCol="0" anchor="ctr" anchorCtr="0">
            <a:noAutofit/>
          </a:bodyPr>
          <a:lstStyle/>
          <a:p>
            <a:pPr algn="l"/>
            <a:r>
              <a:rPr lang="sv-SE" sz="1400" dirty="0">
                <a:cs typeface="Arial" panose="020B0604020202020204" pitchFamily="34" charset="0"/>
              </a:rPr>
              <a:t>När bildplatshållaren är gömd bakom rubriken: Klicka på bildplatshållaren och gå till </a:t>
            </a:r>
            <a:r>
              <a:rPr lang="sv-SE" sz="1400" b="1" dirty="0">
                <a:cs typeface="Arial" panose="020B0604020202020204" pitchFamily="34" charset="0"/>
              </a:rPr>
              <a:t>Infoga – Bilder</a:t>
            </a:r>
            <a:r>
              <a:rPr lang="sv-SE" sz="1400" dirty="0">
                <a:cs typeface="Arial" panose="020B0604020202020204" pitchFamily="34" charset="0"/>
              </a:rPr>
              <a:t> för att fylla den med en bild eller dra bilden till bildplatshållaren.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AB7CE3C8-D613-9C46-C1B1-2EA30D59FA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10521351" y="6434927"/>
            <a:ext cx="1295999" cy="288661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C84EEBD6-03B6-4B9A-4E0B-E2563A82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4289638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or bild m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037B9119-FC7B-D7E8-9176-4459568ED4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ABE1B7-8EAD-7D86-7F88-FCFF3A0A9B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957773-2E2C-47AF-AB53-D548270C62A8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E41942-4F44-0853-A73F-B5530191F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4E32D-7C07-5C12-90E2-15EA8BD97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B55F90F-95FE-DBC4-54E5-145B8FB0F4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509" y="339724"/>
            <a:ext cx="6282000" cy="58261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400"/>
              </a:spcBef>
              <a:spcAft>
                <a:spcPts val="1400"/>
              </a:spcAft>
              <a:buFontTx/>
              <a:buNone/>
              <a:defRPr sz="3200" b="1" spc="-7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BE154D66-D227-0E1A-29AA-39783A2A279B}"/>
              </a:ext>
            </a:extLst>
          </p:cNvPr>
          <p:cNvSpPr txBox="1"/>
          <p:nvPr userDrawn="1"/>
        </p:nvSpPr>
        <p:spPr>
          <a:xfrm>
            <a:off x="0" y="-660400"/>
            <a:ext cx="12192000" cy="554610"/>
          </a:xfrm>
          <a:prstGeom prst="rect">
            <a:avLst/>
          </a:prstGeom>
          <a:solidFill>
            <a:schemeClr val="bg1"/>
          </a:solidFill>
        </p:spPr>
        <p:txBody>
          <a:bodyPr wrap="square" lIns="144000" tIns="0" rIns="144000" bIns="0" rtlCol="0" anchor="ctr" anchorCtr="0">
            <a:noAutofit/>
          </a:bodyPr>
          <a:lstStyle/>
          <a:p>
            <a:pPr algn="l"/>
            <a:r>
              <a:rPr lang="sv-SE" sz="1400" dirty="0">
                <a:cs typeface="Arial" panose="020B0604020202020204" pitchFamily="34" charset="0"/>
              </a:rPr>
              <a:t>När bildplatshållaren är gömd bakom rubriken: Klicka på bildplatshållaren och gå till </a:t>
            </a:r>
            <a:r>
              <a:rPr lang="sv-SE" sz="1400" b="1" dirty="0">
                <a:cs typeface="Arial" panose="020B0604020202020204" pitchFamily="34" charset="0"/>
              </a:rPr>
              <a:t>Infoga – Bilder</a:t>
            </a:r>
            <a:r>
              <a:rPr lang="sv-SE" sz="1400" dirty="0">
                <a:cs typeface="Arial" panose="020B0604020202020204" pitchFamily="34" charset="0"/>
              </a:rPr>
              <a:t> för att fylla den med en bild eller dra bilden till bildplatshållaren.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9F608EC2-690B-BD16-2E1A-8C70F6EC75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10521351" y="6434927"/>
            <a:ext cx="1295999" cy="288661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7088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med lila mön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037B9119-FC7B-D7E8-9176-4459568ED4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55A42BB1-0111-1513-1EE6-64B6AC271E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07171" y="890222"/>
            <a:ext cx="4084831" cy="5979987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noFill/>
              </a:defRPr>
            </a:lvl1pPr>
          </a:lstStyle>
          <a:p>
            <a:pPr lvl="0"/>
            <a:r>
              <a:rPr lang="sv-SE"/>
              <a:t> </a:t>
            </a:r>
            <a:endParaRPr lang="sv-S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ABE1B7-8EAD-7D86-7F88-FCFF3A0A9B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20E01D9-DA85-445D-AD65-CFF69A15C4E0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E41942-4F44-0853-A73F-B5530191F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4E32D-7C07-5C12-90E2-15EA8BD97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A0D443-F1F6-32A3-4115-F58A2E65C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09" y="1606550"/>
            <a:ext cx="10506391" cy="3600450"/>
          </a:xfrm>
          <a:prstGeom prst="rect">
            <a:avLst/>
          </a:prstGeom>
        </p:spPr>
        <p:txBody>
          <a:bodyPr anchor="ctr" anchorCtr="0"/>
          <a:lstStyle>
            <a:lvl1pPr>
              <a:defRPr sz="6000" spc="-90" baseline="0"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7AD3BE65-099E-077E-F82B-2588E4465F7A}"/>
              </a:ext>
            </a:extLst>
          </p:cNvPr>
          <p:cNvSpPr txBox="1"/>
          <p:nvPr userDrawn="1"/>
        </p:nvSpPr>
        <p:spPr>
          <a:xfrm>
            <a:off x="0" y="-660400"/>
            <a:ext cx="12192000" cy="554610"/>
          </a:xfrm>
          <a:prstGeom prst="rect">
            <a:avLst/>
          </a:prstGeom>
          <a:solidFill>
            <a:schemeClr val="bg1"/>
          </a:solidFill>
        </p:spPr>
        <p:txBody>
          <a:bodyPr wrap="square" lIns="144000" tIns="0" rIns="144000" bIns="0" rtlCol="0" anchor="ctr" anchorCtr="0">
            <a:noAutofit/>
          </a:bodyPr>
          <a:lstStyle/>
          <a:p>
            <a:pPr algn="l"/>
            <a:r>
              <a:rPr lang="sv-SE" sz="1400" dirty="0">
                <a:cs typeface="Arial" panose="020B0604020202020204" pitchFamily="34" charset="0"/>
              </a:rPr>
              <a:t>När bildplatshållaren är gömd bakom rubriken: Klicka på bildplatshållaren och gå till </a:t>
            </a:r>
            <a:r>
              <a:rPr lang="sv-SE" sz="1400" b="1" dirty="0">
                <a:cs typeface="Arial" panose="020B0604020202020204" pitchFamily="34" charset="0"/>
              </a:rPr>
              <a:t>Infoga – Bilder</a:t>
            </a:r>
            <a:r>
              <a:rPr lang="sv-SE" sz="1400" dirty="0">
                <a:cs typeface="Arial" panose="020B0604020202020204" pitchFamily="34" charset="0"/>
              </a:rPr>
              <a:t> för att fylla den med en bild eller dra bilden till bildplatshållaren.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045FD048-7DDC-2DFC-2E11-C1E9C6B765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10521351" y="6434927"/>
            <a:ext cx="1295999" cy="288661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84993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med vitt mön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037B9119-FC7B-D7E8-9176-4459568ED4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55A42BB1-0111-1513-1EE6-64B6AC271E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8107171" y="890222"/>
            <a:ext cx="4084831" cy="5979987"/>
          </a:xfrm>
          <a:prstGeom prst="rect">
            <a:avLst/>
          </a:prstGeom>
          <a:blipFill dpi="0" rotWithShape="1">
            <a:blip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noFill/>
              </a:defRPr>
            </a:lvl1pPr>
          </a:lstStyle>
          <a:p>
            <a:pPr lvl="0"/>
            <a:r>
              <a:rPr lang="sv-SE"/>
              <a:t> </a:t>
            </a:r>
            <a:endParaRPr lang="sv-S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ABE1B7-8EAD-7D86-7F88-FCFF3A0A9B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6679E2-834C-48DE-86EA-42376981FE42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E41942-4F44-0853-A73F-B5530191F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4E32D-7C07-5C12-90E2-15EA8BD97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A0D443-F1F6-32A3-4115-F58A2E65C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09" y="1606550"/>
            <a:ext cx="10506391" cy="3600450"/>
          </a:xfrm>
          <a:prstGeom prst="rect">
            <a:avLst/>
          </a:prstGeom>
        </p:spPr>
        <p:txBody>
          <a:bodyPr anchor="ctr" anchorCtr="0"/>
          <a:lstStyle>
            <a:lvl1pPr>
              <a:defRPr sz="6000" spc="-90" baseline="0"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3DADBC3C-6E1E-BDF5-51F3-A166A974ED2B}"/>
              </a:ext>
            </a:extLst>
          </p:cNvPr>
          <p:cNvSpPr txBox="1"/>
          <p:nvPr userDrawn="1"/>
        </p:nvSpPr>
        <p:spPr>
          <a:xfrm>
            <a:off x="0" y="-660400"/>
            <a:ext cx="12192000" cy="554610"/>
          </a:xfrm>
          <a:prstGeom prst="rect">
            <a:avLst/>
          </a:prstGeom>
          <a:solidFill>
            <a:schemeClr val="bg1"/>
          </a:solidFill>
        </p:spPr>
        <p:txBody>
          <a:bodyPr wrap="square" lIns="144000" tIns="0" rIns="144000" bIns="0" rtlCol="0" anchor="ctr" anchorCtr="0">
            <a:noAutofit/>
          </a:bodyPr>
          <a:lstStyle/>
          <a:p>
            <a:pPr algn="l"/>
            <a:r>
              <a:rPr lang="sv-SE" sz="1400" dirty="0">
                <a:cs typeface="Arial" panose="020B0604020202020204" pitchFamily="34" charset="0"/>
              </a:rPr>
              <a:t>När bildplatshållaren är gömd bakom rubriken: Klicka på bildplatshållaren och gå till </a:t>
            </a:r>
            <a:r>
              <a:rPr lang="sv-SE" sz="1400" b="1" dirty="0">
                <a:cs typeface="Arial" panose="020B0604020202020204" pitchFamily="34" charset="0"/>
              </a:rPr>
              <a:t>Infoga – Bilder</a:t>
            </a:r>
            <a:r>
              <a:rPr lang="sv-SE" sz="1400" dirty="0">
                <a:cs typeface="Arial" panose="020B0604020202020204" pitchFamily="34" charset="0"/>
              </a:rPr>
              <a:t> för att fylla den med en bild eller dra bilden till bildplatshållaren.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AF96C67A-B031-B157-3836-DE81F8709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10521351" y="6434927"/>
            <a:ext cx="1295999" cy="288661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0954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bilder med text, v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28CE16AA-269B-9031-EC27-688A3D157F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7509" y="1809750"/>
            <a:ext cx="3702050" cy="2466975"/>
          </a:xfrm>
          <a:custGeom>
            <a:avLst/>
            <a:gdLst>
              <a:gd name="csX0" fmla="*/ 0 w 3702050"/>
              <a:gd name="csY0" fmla="*/ 0 h 2466975"/>
              <a:gd name="csX1" fmla="*/ 3702050 w 3702050"/>
              <a:gd name="csY1" fmla="*/ 0 h 2466975"/>
              <a:gd name="csX2" fmla="*/ 3702050 w 3702050"/>
              <a:gd name="csY2" fmla="*/ 1640448 h 2466975"/>
              <a:gd name="csX3" fmla="*/ 3144551 w 3702050"/>
              <a:gd name="csY3" fmla="*/ 2466975 h 2466975"/>
              <a:gd name="csX4" fmla="*/ 0 w 3702050"/>
              <a:gd name="csY4" fmla="*/ 2466975 h 2466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02050" h="2466975">
                <a:moveTo>
                  <a:pt x="0" y="0"/>
                </a:moveTo>
                <a:lnTo>
                  <a:pt x="3702050" y="0"/>
                </a:lnTo>
                <a:lnTo>
                  <a:pt x="3702050" y="1640448"/>
                </a:lnTo>
                <a:lnTo>
                  <a:pt x="3144551" y="2466975"/>
                </a:lnTo>
                <a:lnTo>
                  <a:pt x="0" y="2466975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E85EA67-5F2E-9A4C-0954-90C4263578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52912" y="4351338"/>
            <a:ext cx="3700800" cy="394494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3200" b="1" spc="-70" baseline="0">
                <a:solidFill>
                  <a:schemeClr val="accent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DC1E3594-7A5A-BFD6-A4B6-850D15E4D7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509" y="4351338"/>
            <a:ext cx="3700800" cy="394494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3200" b="1" spc="-70" baseline="0">
                <a:solidFill>
                  <a:schemeClr val="accent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0282ECC5-B572-AFDB-B712-182943383F9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08949" y="4351338"/>
            <a:ext cx="3700800" cy="39449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3200" b="1" spc="-70" baseline="0">
                <a:solidFill>
                  <a:schemeClr val="accent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9493CF7-9A72-845C-A1D8-93C8D8C0796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7509" y="4820444"/>
            <a:ext cx="3700800" cy="134540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D66DA491-118D-9DF3-8F67-418F00B92BE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52912" y="4820444"/>
            <a:ext cx="3700800" cy="134540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18DF9096-D212-E673-A232-90E64F68985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08949" y="4820444"/>
            <a:ext cx="3700800" cy="134540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D21CF88-1CA2-8F48-5413-A674E5570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sv-SE" dirty="0"/>
              <a:t>Klicka här för att ändra mall för rubrikformat</a:t>
            </a:r>
            <a:endParaRPr lang="en-GB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A76A391E-F497-3DB5-C162-377EF67E5F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52912" y="1809750"/>
            <a:ext cx="3702050" cy="2466975"/>
          </a:xfrm>
          <a:custGeom>
            <a:avLst/>
            <a:gdLst>
              <a:gd name="csX0" fmla="*/ 0 w 3702050"/>
              <a:gd name="csY0" fmla="*/ 0 h 2466975"/>
              <a:gd name="csX1" fmla="*/ 3702050 w 3702050"/>
              <a:gd name="csY1" fmla="*/ 0 h 2466975"/>
              <a:gd name="csX2" fmla="*/ 3702050 w 3702050"/>
              <a:gd name="csY2" fmla="*/ 1640448 h 2466975"/>
              <a:gd name="csX3" fmla="*/ 3144551 w 3702050"/>
              <a:gd name="csY3" fmla="*/ 2466975 h 2466975"/>
              <a:gd name="csX4" fmla="*/ 0 w 3702050"/>
              <a:gd name="csY4" fmla="*/ 2466975 h 2466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02050" h="2466975">
                <a:moveTo>
                  <a:pt x="0" y="0"/>
                </a:moveTo>
                <a:lnTo>
                  <a:pt x="3702050" y="0"/>
                </a:lnTo>
                <a:lnTo>
                  <a:pt x="3702050" y="1640448"/>
                </a:lnTo>
                <a:lnTo>
                  <a:pt x="3144551" y="2466975"/>
                </a:lnTo>
                <a:lnTo>
                  <a:pt x="0" y="2466975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FC24A76-0BAE-2DDF-F5A8-3949B739F69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08950" y="1809750"/>
            <a:ext cx="3702050" cy="2466975"/>
          </a:xfrm>
          <a:custGeom>
            <a:avLst/>
            <a:gdLst>
              <a:gd name="csX0" fmla="*/ 0 w 3702050"/>
              <a:gd name="csY0" fmla="*/ 0 h 2466975"/>
              <a:gd name="csX1" fmla="*/ 3702050 w 3702050"/>
              <a:gd name="csY1" fmla="*/ 0 h 2466975"/>
              <a:gd name="csX2" fmla="*/ 3702050 w 3702050"/>
              <a:gd name="csY2" fmla="*/ 1640448 h 2466975"/>
              <a:gd name="csX3" fmla="*/ 3144551 w 3702050"/>
              <a:gd name="csY3" fmla="*/ 2466975 h 2466975"/>
              <a:gd name="csX4" fmla="*/ 0 w 3702050"/>
              <a:gd name="csY4" fmla="*/ 2466975 h 2466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02050" h="2466975">
                <a:moveTo>
                  <a:pt x="0" y="0"/>
                </a:moveTo>
                <a:lnTo>
                  <a:pt x="3702050" y="0"/>
                </a:lnTo>
                <a:lnTo>
                  <a:pt x="3702050" y="1640448"/>
                </a:lnTo>
                <a:lnTo>
                  <a:pt x="3144551" y="2466975"/>
                </a:lnTo>
                <a:lnTo>
                  <a:pt x="0" y="2466975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4748F378-B810-EF34-7680-48CC4BE9B7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38F5C43-22C5-40D2-BF36-FFF4E4DCCE5A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53DA0CD-ED8C-C8AD-3CD3-4EF5B1653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CCBDEB28-DE8C-7D79-D8CB-ED2ACC5DC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3" name="Bild 2">
            <a:extLst>
              <a:ext uri="{FF2B5EF4-FFF2-40B4-BE49-F238E27FC236}">
                <a16:creationId xmlns:a16="http://schemas.microsoft.com/office/drawing/2014/main" id="{D0FB25B8-AD8C-314D-D238-C76FD243D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21351" y="6434932"/>
            <a:ext cx="1295999" cy="28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4613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bilder med text, mö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50F60C-9313-8963-7140-88949CD210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3CCC2A6-DEA0-4C60-A39A-E0D0B6BCCAA8}" type="datetime1">
              <a:rPr lang="sv-SE" smtClean="0"/>
              <a:pPr/>
              <a:t>2026-05-13</a:t>
            </a:fld>
            <a:endParaRPr lang="sv-S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333A3-321A-1C0F-814C-0FA197E50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3DA71-FCBA-29C7-35D5-2CA4BB76D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28CE16AA-269B-9031-EC27-688A3D157F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7509" y="1809750"/>
            <a:ext cx="3702050" cy="2466975"/>
          </a:xfrm>
          <a:custGeom>
            <a:avLst/>
            <a:gdLst>
              <a:gd name="csX0" fmla="*/ 0 w 3702050"/>
              <a:gd name="csY0" fmla="*/ 0 h 2466975"/>
              <a:gd name="csX1" fmla="*/ 3702050 w 3702050"/>
              <a:gd name="csY1" fmla="*/ 0 h 2466975"/>
              <a:gd name="csX2" fmla="*/ 3702050 w 3702050"/>
              <a:gd name="csY2" fmla="*/ 1640448 h 2466975"/>
              <a:gd name="csX3" fmla="*/ 3144551 w 3702050"/>
              <a:gd name="csY3" fmla="*/ 2466975 h 2466975"/>
              <a:gd name="csX4" fmla="*/ 0 w 3702050"/>
              <a:gd name="csY4" fmla="*/ 2466975 h 2466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02050" h="2466975">
                <a:moveTo>
                  <a:pt x="0" y="0"/>
                </a:moveTo>
                <a:lnTo>
                  <a:pt x="3702050" y="0"/>
                </a:lnTo>
                <a:lnTo>
                  <a:pt x="3702050" y="1640448"/>
                </a:lnTo>
                <a:lnTo>
                  <a:pt x="3144551" y="2466975"/>
                </a:lnTo>
                <a:lnTo>
                  <a:pt x="0" y="2466975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E85EA67-5F2E-9A4C-0954-90C4263578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52912" y="4351338"/>
            <a:ext cx="3700800" cy="39449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3200" b="1" spc="-70" baseline="0">
                <a:solidFill>
                  <a:schemeClr val="accent2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DC1E3594-7A5A-BFD6-A4B6-850D15E4D7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509" y="4351338"/>
            <a:ext cx="3700800" cy="39449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3200" b="1" spc="-70" baseline="0">
                <a:solidFill>
                  <a:schemeClr val="accent2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0282ECC5-B572-AFDB-B712-182943383F9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08949" y="4351338"/>
            <a:ext cx="3700800" cy="39449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3200" b="1" spc="-70" baseline="0">
                <a:solidFill>
                  <a:schemeClr val="accent2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9493CF7-9A72-845C-A1D8-93C8D8C0796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7509" y="4820444"/>
            <a:ext cx="3700800" cy="134540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D66DA491-118D-9DF3-8F67-418F00B92BE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52912" y="4820444"/>
            <a:ext cx="3700800" cy="134540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18DF9096-D212-E673-A232-90E64F68985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08949" y="4820444"/>
            <a:ext cx="3700800" cy="134540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D21CF88-1CA2-8F48-5413-A674E5570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09" y="339725"/>
            <a:ext cx="10152854" cy="11596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A76A391E-F497-3DB5-C162-377EF67E5F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52912" y="1809750"/>
            <a:ext cx="3702050" cy="2466975"/>
          </a:xfrm>
          <a:custGeom>
            <a:avLst/>
            <a:gdLst>
              <a:gd name="csX0" fmla="*/ 0 w 3702050"/>
              <a:gd name="csY0" fmla="*/ 0 h 2466975"/>
              <a:gd name="csX1" fmla="*/ 3702050 w 3702050"/>
              <a:gd name="csY1" fmla="*/ 0 h 2466975"/>
              <a:gd name="csX2" fmla="*/ 3702050 w 3702050"/>
              <a:gd name="csY2" fmla="*/ 1640448 h 2466975"/>
              <a:gd name="csX3" fmla="*/ 3144551 w 3702050"/>
              <a:gd name="csY3" fmla="*/ 2466975 h 2466975"/>
              <a:gd name="csX4" fmla="*/ 0 w 3702050"/>
              <a:gd name="csY4" fmla="*/ 2466975 h 2466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02050" h="2466975">
                <a:moveTo>
                  <a:pt x="0" y="0"/>
                </a:moveTo>
                <a:lnTo>
                  <a:pt x="3702050" y="0"/>
                </a:lnTo>
                <a:lnTo>
                  <a:pt x="3702050" y="1640448"/>
                </a:lnTo>
                <a:lnTo>
                  <a:pt x="3144551" y="2466975"/>
                </a:lnTo>
                <a:lnTo>
                  <a:pt x="0" y="2466975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FC24A76-0BAE-2DDF-F5A8-3949B739F69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08950" y="1809750"/>
            <a:ext cx="3702050" cy="2466975"/>
          </a:xfrm>
          <a:custGeom>
            <a:avLst/>
            <a:gdLst>
              <a:gd name="csX0" fmla="*/ 0 w 3702050"/>
              <a:gd name="csY0" fmla="*/ 0 h 2466975"/>
              <a:gd name="csX1" fmla="*/ 3702050 w 3702050"/>
              <a:gd name="csY1" fmla="*/ 0 h 2466975"/>
              <a:gd name="csX2" fmla="*/ 3702050 w 3702050"/>
              <a:gd name="csY2" fmla="*/ 1640448 h 2466975"/>
              <a:gd name="csX3" fmla="*/ 3144551 w 3702050"/>
              <a:gd name="csY3" fmla="*/ 2466975 h 2466975"/>
              <a:gd name="csX4" fmla="*/ 0 w 3702050"/>
              <a:gd name="csY4" fmla="*/ 2466975 h 2466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02050" h="2466975">
                <a:moveTo>
                  <a:pt x="0" y="0"/>
                </a:moveTo>
                <a:lnTo>
                  <a:pt x="3702050" y="0"/>
                </a:lnTo>
                <a:lnTo>
                  <a:pt x="3702050" y="1640448"/>
                </a:lnTo>
                <a:lnTo>
                  <a:pt x="3144551" y="2466975"/>
                </a:lnTo>
                <a:lnTo>
                  <a:pt x="0" y="2466975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9485EC72-AF94-0BA6-B995-0F5FC63368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10521351" y="6434927"/>
            <a:ext cx="1295999" cy="288661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48500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text, Bei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28CE16AA-269B-9031-EC27-688A3D157F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7509" y="1809750"/>
            <a:ext cx="3702050" cy="2466975"/>
          </a:xfrm>
          <a:custGeom>
            <a:avLst/>
            <a:gdLst>
              <a:gd name="csX0" fmla="*/ 0 w 3702050"/>
              <a:gd name="csY0" fmla="*/ 0 h 2466975"/>
              <a:gd name="csX1" fmla="*/ 3702050 w 3702050"/>
              <a:gd name="csY1" fmla="*/ 0 h 2466975"/>
              <a:gd name="csX2" fmla="*/ 3702050 w 3702050"/>
              <a:gd name="csY2" fmla="*/ 1640448 h 2466975"/>
              <a:gd name="csX3" fmla="*/ 3144551 w 3702050"/>
              <a:gd name="csY3" fmla="*/ 2466975 h 2466975"/>
              <a:gd name="csX4" fmla="*/ 0 w 3702050"/>
              <a:gd name="csY4" fmla="*/ 2466975 h 2466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02050" h="2466975">
                <a:moveTo>
                  <a:pt x="0" y="0"/>
                </a:moveTo>
                <a:lnTo>
                  <a:pt x="3702050" y="0"/>
                </a:lnTo>
                <a:lnTo>
                  <a:pt x="3702050" y="1640448"/>
                </a:lnTo>
                <a:lnTo>
                  <a:pt x="3144551" y="2466975"/>
                </a:lnTo>
                <a:lnTo>
                  <a:pt x="0" y="2466975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E85EA67-5F2E-9A4C-0954-90C4263578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52912" y="4351338"/>
            <a:ext cx="3700800" cy="394494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3200" b="1" spc="-70" baseline="0">
                <a:solidFill>
                  <a:schemeClr val="accent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DC1E3594-7A5A-BFD6-A4B6-850D15E4D7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509" y="4351338"/>
            <a:ext cx="3700800" cy="394494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3200" b="1" spc="-70" baseline="0">
                <a:solidFill>
                  <a:schemeClr val="accent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0282ECC5-B572-AFDB-B712-182943383F9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08949" y="4351338"/>
            <a:ext cx="3700800" cy="39449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3200" b="1" spc="-70" baseline="0">
                <a:solidFill>
                  <a:schemeClr val="accent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9493CF7-9A72-845C-A1D8-93C8D8C0796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7509" y="4820444"/>
            <a:ext cx="3700800" cy="134540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D66DA491-118D-9DF3-8F67-418F00B92BE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52912" y="4820444"/>
            <a:ext cx="3700800" cy="134540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18DF9096-D212-E673-A232-90E64F68985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08949" y="4820444"/>
            <a:ext cx="3700800" cy="134540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D21CF88-1CA2-8F48-5413-A674E5570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sv-SE" dirty="0"/>
              <a:t>Klicka här för att ändra mall för rubrikformat</a:t>
            </a:r>
            <a:endParaRPr lang="en-GB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A76A391E-F497-3DB5-C162-377EF67E5F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52912" y="1809750"/>
            <a:ext cx="3702050" cy="2466975"/>
          </a:xfrm>
          <a:custGeom>
            <a:avLst/>
            <a:gdLst>
              <a:gd name="csX0" fmla="*/ 0 w 3702050"/>
              <a:gd name="csY0" fmla="*/ 0 h 2466975"/>
              <a:gd name="csX1" fmla="*/ 3702050 w 3702050"/>
              <a:gd name="csY1" fmla="*/ 0 h 2466975"/>
              <a:gd name="csX2" fmla="*/ 3702050 w 3702050"/>
              <a:gd name="csY2" fmla="*/ 1640448 h 2466975"/>
              <a:gd name="csX3" fmla="*/ 3144551 w 3702050"/>
              <a:gd name="csY3" fmla="*/ 2466975 h 2466975"/>
              <a:gd name="csX4" fmla="*/ 0 w 3702050"/>
              <a:gd name="csY4" fmla="*/ 2466975 h 2466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02050" h="2466975">
                <a:moveTo>
                  <a:pt x="0" y="0"/>
                </a:moveTo>
                <a:lnTo>
                  <a:pt x="3702050" y="0"/>
                </a:lnTo>
                <a:lnTo>
                  <a:pt x="3702050" y="1640448"/>
                </a:lnTo>
                <a:lnTo>
                  <a:pt x="3144551" y="2466975"/>
                </a:lnTo>
                <a:lnTo>
                  <a:pt x="0" y="2466975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FC24A76-0BAE-2DDF-F5A8-3949B739F69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08950" y="1809750"/>
            <a:ext cx="3702050" cy="2466975"/>
          </a:xfrm>
          <a:custGeom>
            <a:avLst/>
            <a:gdLst>
              <a:gd name="csX0" fmla="*/ 0 w 3702050"/>
              <a:gd name="csY0" fmla="*/ 0 h 2466975"/>
              <a:gd name="csX1" fmla="*/ 3702050 w 3702050"/>
              <a:gd name="csY1" fmla="*/ 0 h 2466975"/>
              <a:gd name="csX2" fmla="*/ 3702050 w 3702050"/>
              <a:gd name="csY2" fmla="*/ 1640448 h 2466975"/>
              <a:gd name="csX3" fmla="*/ 3144551 w 3702050"/>
              <a:gd name="csY3" fmla="*/ 2466975 h 2466975"/>
              <a:gd name="csX4" fmla="*/ 0 w 3702050"/>
              <a:gd name="csY4" fmla="*/ 2466975 h 2466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02050" h="2466975">
                <a:moveTo>
                  <a:pt x="0" y="0"/>
                </a:moveTo>
                <a:lnTo>
                  <a:pt x="3702050" y="0"/>
                </a:lnTo>
                <a:lnTo>
                  <a:pt x="3702050" y="1640448"/>
                </a:lnTo>
                <a:lnTo>
                  <a:pt x="3144551" y="2466975"/>
                </a:lnTo>
                <a:lnTo>
                  <a:pt x="0" y="2466975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35DF3B87-286A-2584-F5A1-0D13BA0B7A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38F5C43-22C5-40D2-BF36-FFF4E4DCCE5A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7FD17B2F-7DA0-FAF5-C84C-A97B49F9B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74073A3-F2AD-6471-8F82-739A4B55D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3" name="Bild 2">
            <a:extLst>
              <a:ext uri="{FF2B5EF4-FFF2-40B4-BE49-F238E27FC236}">
                <a16:creationId xmlns:a16="http://schemas.microsoft.com/office/drawing/2014/main" id="{941C2E10-AFB0-8885-E44D-6FC6B0D9A5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21351" y="6434932"/>
            <a:ext cx="1295999" cy="28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5090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bilder med stor text, v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50F60C-9313-8963-7140-88949CD210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38F5C43-22C5-40D2-BF36-FFF4E4DCCE5A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333A3-321A-1C0F-814C-0FA197E50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3DA71-FCBA-29C7-35D5-2CA4BB76D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28CE16AA-269B-9031-EC27-688A3D157F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7509" y="1809750"/>
            <a:ext cx="3702050" cy="2466975"/>
          </a:xfrm>
          <a:custGeom>
            <a:avLst/>
            <a:gdLst>
              <a:gd name="csX0" fmla="*/ 0 w 3702050"/>
              <a:gd name="csY0" fmla="*/ 0 h 2466975"/>
              <a:gd name="csX1" fmla="*/ 3702050 w 3702050"/>
              <a:gd name="csY1" fmla="*/ 0 h 2466975"/>
              <a:gd name="csX2" fmla="*/ 3702050 w 3702050"/>
              <a:gd name="csY2" fmla="*/ 1640448 h 2466975"/>
              <a:gd name="csX3" fmla="*/ 3144551 w 3702050"/>
              <a:gd name="csY3" fmla="*/ 2466975 h 2466975"/>
              <a:gd name="csX4" fmla="*/ 0 w 3702050"/>
              <a:gd name="csY4" fmla="*/ 2466975 h 2466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02050" h="2466975">
                <a:moveTo>
                  <a:pt x="0" y="0"/>
                </a:moveTo>
                <a:lnTo>
                  <a:pt x="3702050" y="0"/>
                </a:lnTo>
                <a:lnTo>
                  <a:pt x="3702050" y="1640448"/>
                </a:lnTo>
                <a:lnTo>
                  <a:pt x="3144551" y="2466975"/>
                </a:lnTo>
                <a:lnTo>
                  <a:pt x="0" y="2466975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E85EA67-5F2E-9A4C-0954-90C4263578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52912" y="4291013"/>
            <a:ext cx="3700800" cy="78390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400" b="1" spc="-70" baseline="0">
                <a:solidFill>
                  <a:schemeClr val="accent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DC1E3594-7A5A-BFD6-A4B6-850D15E4D7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7509" y="4291012"/>
            <a:ext cx="3700800" cy="78390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400" b="1" spc="-70" baseline="0">
                <a:solidFill>
                  <a:schemeClr val="accent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0282ECC5-B572-AFDB-B712-182943383F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08949" y="4291013"/>
            <a:ext cx="3700800" cy="78390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6400" b="1" spc="-70" baseline="0">
                <a:solidFill>
                  <a:schemeClr val="accent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9493CF7-9A72-845C-A1D8-93C8D8C0796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7509" y="5196840"/>
            <a:ext cx="3700800" cy="9690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400" b="1" spc="-70" baseline="0">
                <a:solidFill>
                  <a:schemeClr val="tx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D66DA491-118D-9DF3-8F67-418F00B92BE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52912" y="5196840"/>
            <a:ext cx="3700800" cy="9690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400" b="1" spc="-70" baseline="0">
                <a:solidFill>
                  <a:schemeClr val="tx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18DF9096-D212-E673-A232-90E64F68985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08949" y="5196840"/>
            <a:ext cx="3700800" cy="9690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400" b="1" spc="-70" baseline="0">
                <a:solidFill>
                  <a:schemeClr val="tx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D21CF88-1CA2-8F48-5413-A674E5570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09" y="339725"/>
            <a:ext cx="10152854" cy="11596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A76A391E-F497-3DB5-C162-377EF67E5F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52912" y="1809750"/>
            <a:ext cx="3702050" cy="2466975"/>
          </a:xfrm>
          <a:custGeom>
            <a:avLst/>
            <a:gdLst>
              <a:gd name="csX0" fmla="*/ 0 w 3702050"/>
              <a:gd name="csY0" fmla="*/ 0 h 2466975"/>
              <a:gd name="csX1" fmla="*/ 3702050 w 3702050"/>
              <a:gd name="csY1" fmla="*/ 0 h 2466975"/>
              <a:gd name="csX2" fmla="*/ 3702050 w 3702050"/>
              <a:gd name="csY2" fmla="*/ 1640448 h 2466975"/>
              <a:gd name="csX3" fmla="*/ 3144551 w 3702050"/>
              <a:gd name="csY3" fmla="*/ 2466975 h 2466975"/>
              <a:gd name="csX4" fmla="*/ 0 w 3702050"/>
              <a:gd name="csY4" fmla="*/ 2466975 h 2466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02050" h="2466975">
                <a:moveTo>
                  <a:pt x="0" y="0"/>
                </a:moveTo>
                <a:lnTo>
                  <a:pt x="3702050" y="0"/>
                </a:lnTo>
                <a:lnTo>
                  <a:pt x="3702050" y="1640448"/>
                </a:lnTo>
                <a:lnTo>
                  <a:pt x="3144551" y="2466975"/>
                </a:lnTo>
                <a:lnTo>
                  <a:pt x="0" y="2466975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FC24A76-0BAE-2DDF-F5A8-3949B739F69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08950" y="1809750"/>
            <a:ext cx="3702050" cy="2466975"/>
          </a:xfrm>
          <a:custGeom>
            <a:avLst/>
            <a:gdLst>
              <a:gd name="csX0" fmla="*/ 0 w 3702050"/>
              <a:gd name="csY0" fmla="*/ 0 h 2466975"/>
              <a:gd name="csX1" fmla="*/ 3702050 w 3702050"/>
              <a:gd name="csY1" fmla="*/ 0 h 2466975"/>
              <a:gd name="csX2" fmla="*/ 3702050 w 3702050"/>
              <a:gd name="csY2" fmla="*/ 1640448 h 2466975"/>
              <a:gd name="csX3" fmla="*/ 3144551 w 3702050"/>
              <a:gd name="csY3" fmla="*/ 2466975 h 2466975"/>
              <a:gd name="csX4" fmla="*/ 0 w 3702050"/>
              <a:gd name="csY4" fmla="*/ 2466975 h 2466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02050" h="2466975">
                <a:moveTo>
                  <a:pt x="0" y="0"/>
                </a:moveTo>
                <a:lnTo>
                  <a:pt x="3702050" y="0"/>
                </a:lnTo>
                <a:lnTo>
                  <a:pt x="3702050" y="1640448"/>
                </a:lnTo>
                <a:lnTo>
                  <a:pt x="3144551" y="2466975"/>
                </a:lnTo>
                <a:lnTo>
                  <a:pt x="0" y="2466975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pic>
        <p:nvPicPr>
          <p:cNvPr id="2" name="Bild 1">
            <a:extLst>
              <a:ext uri="{FF2B5EF4-FFF2-40B4-BE49-F238E27FC236}">
                <a16:creationId xmlns:a16="http://schemas.microsoft.com/office/drawing/2014/main" id="{5A01CFC8-CF9B-AFCB-995D-1492466AC1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21351" y="6434932"/>
            <a:ext cx="1295999" cy="28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4267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x bilder m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333A3-321A-1C0F-814C-0FA197E50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3DA71-FCBA-29C7-35D5-2CA4BB76D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982814A-AA7C-F7BB-E90F-51DA537451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809750"/>
            <a:ext cx="1803084" cy="2466975"/>
          </a:xfrm>
          <a:custGeom>
            <a:avLst/>
            <a:gdLst>
              <a:gd name="csX0" fmla="*/ 0 w 1803084"/>
              <a:gd name="csY0" fmla="*/ 0 h 2466975"/>
              <a:gd name="csX1" fmla="*/ 1803084 w 1803084"/>
              <a:gd name="csY1" fmla="*/ 0 h 2466975"/>
              <a:gd name="csX2" fmla="*/ 1803084 w 1803084"/>
              <a:gd name="csY2" fmla="*/ 1640448 h 2466975"/>
              <a:gd name="csX3" fmla="*/ 1245585 w 1803084"/>
              <a:gd name="csY3" fmla="*/ 2466975 h 2466975"/>
              <a:gd name="csX4" fmla="*/ 0 w 1803084"/>
              <a:gd name="csY4" fmla="*/ 2466975 h 2466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03084" h="2466975">
                <a:moveTo>
                  <a:pt x="0" y="0"/>
                </a:moveTo>
                <a:lnTo>
                  <a:pt x="1803084" y="0"/>
                </a:lnTo>
                <a:lnTo>
                  <a:pt x="1803084" y="1640448"/>
                </a:lnTo>
                <a:lnTo>
                  <a:pt x="1245585" y="2466975"/>
                </a:lnTo>
                <a:lnTo>
                  <a:pt x="0" y="2466975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DC1E3594-7A5A-BFD6-A4B6-850D15E4D7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7508" y="4327276"/>
            <a:ext cx="1803600" cy="58963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800" b="1" spc="-70" baseline="0">
                <a:solidFill>
                  <a:schemeClr val="accent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/>
              <a:t>Text</a:t>
            </a:r>
            <a:endParaRPr lang="sv-SE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9493CF7-9A72-845C-A1D8-93C8D8C0796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7508" y="4950619"/>
            <a:ext cx="1803600" cy="121523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 spc="-70" baseline="0">
                <a:solidFill>
                  <a:schemeClr val="tx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D21CF88-1CA2-8F48-5413-A674E5570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09" y="339725"/>
            <a:ext cx="10152854" cy="11596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E1BE252-8363-EDE1-50D7-DD294817E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300885" y="1809750"/>
            <a:ext cx="1803084" cy="2466975"/>
          </a:xfrm>
          <a:custGeom>
            <a:avLst/>
            <a:gdLst>
              <a:gd name="csX0" fmla="*/ 0 w 1803084"/>
              <a:gd name="csY0" fmla="*/ 0 h 2466975"/>
              <a:gd name="csX1" fmla="*/ 1803084 w 1803084"/>
              <a:gd name="csY1" fmla="*/ 0 h 2466975"/>
              <a:gd name="csX2" fmla="*/ 1803084 w 1803084"/>
              <a:gd name="csY2" fmla="*/ 1640448 h 2466975"/>
              <a:gd name="csX3" fmla="*/ 1245585 w 1803084"/>
              <a:gd name="csY3" fmla="*/ 2466975 h 2466975"/>
              <a:gd name="csX4" fmla="*/ 0 w 1803084"/>
              <a:gd name="csY4" fmla="*/ 2466975 h 2466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03084" h="2466975">
                <a:moveTo>
                  <a:pt x="0" y="0"/>
                </a:moveTo>
                <a:lnTo>
                  <a:pt x="1803084" y="0"/>
                </a:lnTo>
                <a:lnTo>
                  <a:pt x="1803084" y="1640448"/>
                </a:lnTo>
                <a:lnTo>
                  <a:pt x="1245585" y="2466975"/>
                </a:lnTo>
                <a:lnTo>
                  <a:pt x="0" y="2466975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F24818F4-9685-7F4D-B8DF-59CB40DCCEA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06918" y="4327276"/>
            <a:ext cx="1803600" cy="58963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800" b="1" spc="-70" baseline="0">
                <a:solidFill>
                  <a:schemeClr val="accent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/>
              <a:t>Text</a:t>
            </a:r>
            <a:endParaRPr lang="sv-SE"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00516F3-2D4C-5DB7-ABCB-3BDC6BAADF0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306918" y="4950619"/>
            <a:ext cx="1803600" cy="121523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 spc="-70" baseline="0">
                <a:solidFill>
                  <a:schemeClr val="tx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38B0B46-9860-CFCF-E86A-8E2A52A26C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230295" y="1809750"/>
            <a:ext cx="1803084" cy="2466975"/>
          </a:xfrm>
          <a:custGeom>
            <a:avLst/>
            <a:gdLst>
              <a:gd name="csX0" fmla="*/ 0 w 1803084"/>
              <a:gd name="csY0" fmla="*/ 0 h 2466975"/>
              <a:gd name="csX1" fmla="*/ 1803084 w 1803084"/>
              <a:gd name="csY1" fmla="*/ 0 h 2466975"/>
              <a:gd name="csX2" fmla="*/ 1803084 w 1803084"/>
              <a:gd name="csY2" fmla="*/ 1640448 h 2466975"/>
              <a:gd name="csX3" fmla="*/ 1245585 w 1803084"/>
              <a:gd name="csY3" fmla="*/ 2466975 h 2466975"/>
              <a:gd name="csX4" fmla="*/ 0 w 1803084"/>
              <a:gd name="csY4" fmla="*/ 2466975 h 2466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03084" h="2466975">
                <a:moveTo>
                  <a:pt x="0" y="0"/>
                </a:moveTo>
                <a:lnTo>
                  <a:pt x="1803084" y="0"/>
                </a:lnTo>
                <a:lnTo>
                  <a:pt x="1803084" y="1640448"/>
                </a:lnTo>
                <a:lnTo>
                  <a:pt x="1245585" y="2466975"/>
                </a:lnTo>
                <a:lnTo>
                  <a:pt x="0" y="2466975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38702504-DBE4-787C-D0AE-D541D92C4A7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36328" y="4327276"/>
            <a:ext cx="1803600" cy="58963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800" b="1" spc="-70" baseline="0">
                <a:solidFill>
                  <a:schemeClr val="accent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/>
              <a:t>Text</a:t>
            </a:r>
            <a:endParaRPr lang="sv-SE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C3E9194A-1E3D-FA3E-3CDC-0ED8D82A512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36328" y="4950619"/>
            <a:ext cx="1803600" cy="121523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 spc="-70" baseline="0">
                <a:solidFill>
                  <a:schemeClr val="tx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B9A6FC8-57D6-B5BA-211D-D91662F1EB4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59705" y="1809750"/>
            <a:ext cx="1803084" cy="2466975"/>
          </a:xfrm>
          <a:custGeom>
            <a:avLst/>
            <a:gdLst>
              <a:gd name="csX0" fmla="*/ 0 w 1803084"/>
              <a:gd name="csY0" fmla="*/ 0 h 2466975"/>
              <a:gd name="csX1" fmla="*/ 1803084 w 1803084"/>
              <a:gd name="csY1" fmla="*/ 0 h 2466975"/>
              <a:gd name="csX2" fmla="*/ 1803084 w 1803084"/>
              <a:gd name="csY2" fmla="*/ 1640448 h 2466975"/>
              <a:gd name="csX3" fmla="*/ 1245585 w 1803084"/>
              <a:gd name="csY3" fmla="*/ 2466975 h 2466975"/>
              <a:gd name="csX4" fmla="*/ 0 w 1803084"/>
              <a:gd name="csY4" fmla="*/ 2466975 h 2466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03084" h="2466975">
                <a:moveTo>
                  <a:pt x="0" y="0"/>
                </a:moveTo>
                <a:lnTo>
                  <a:pt x="1803084" y="0"/>
                </a:lnTo>
                <a:lnTo>
                  <a:pt x="1803084" y="1640448"/>
                </a:lnTo>
                <a:lnTo>
                  <a:pt x="1245585" y="2466975"/>
                </a:lnTo>
                <a:lnTo>
                  <a:pt x="0" y="2466975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3B3C3915-339F-4DF0-D44B-700650C3D05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65738" y="4327276"/>
            <a:ext cx="1803600" cy="58963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800" b="1" spc="-70" baseline="0">
                <a:solidFill>
                  <a:schemeClr val="accent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/>
              <a:t>Text</a:t>
            </a:r>
            <a:endParaRPr lang="sv-SE" dirty="0"/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6063A7B4-B51F-A266-6DB1-517C43B14FB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65738" y="4950619"/>
            <a:ext cx="1803600" cy="121523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 spc="-70" baseline="0">
                <a:solidFill>
                  <a:schemeClr val="tx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405A5A57-8FD3-6CC1-F034-063497D511E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089115" y="1809750"/>
            <a:ext cx="1803084" cy="2466975"/>
          </a:xfrm>
          <a:custGeom>
            <a:avLst/>
            <a:gdLst>
              <a:gd name="csX0" fmla="*/ 0 w 1803084"/>
              <a:gd name="csY0" fmla="*/ 0 h 2466975"/>
              <a:gd name="csX1" fmla="*/ 1803084 w 1803084"/>
              <a:gd name="csY1" fmla="*/ 0 h 2466975"/>
              <a:gd name="csX2" fmla="*/ 1803084 w 1803084"/>
              <a:gd name="csY2" fmla="*/ 1640448 h 2466975"/>
              <a:gd name="csX3" fmla="*/ 1245585 w 1803084"/>
              <a:gd name="csY3" fmla="*/ 2466975 h 2466975"/>
              <a:gd name="csX4" fmla="*/ 0 w 1803084"/>
              <a:gd name="csY4" fmla="*/ 2466975 h 2466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03084" h="2466975">
                <a:moveTo>
                  <a:pt x="0" y="0"/>
                </a:moveTo>
                <a:lnTo>
                  <a:pt x="1803084" y="0"/>
                </a:lnTo>
                <a:lnTo>
                  <a:pt x="1803084" y="1640448"/>
                </a:lnTo>
                <a:lnTo>
                  <a:pt x="1245585" y="2466975"/>
                </a:lnTo>
                <a:lnTo>
                  <a:pt x="0" y="2466975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AF26B382-D2B0-B83A-44FB-DEF5B755D4B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95148" y="4327276"/>
            <a:ext cx="1803600" cy="58963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800" b="1" spc="-70" baseline="0">
                <a:solidFill>
                  <a:schemeClr val="accent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/>
              <a:t>Text</a:t>
            </a:r>
            <a:endParaRPr lang="sv-SE" dirty="0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A24A41E4-6CC4-9892-6901-86EFE302876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095148" y="4950619"/>
            <a:ext cx="1803600" cy="121523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 spc="-70" baseline="0">
                <a:solidFill>
                  <a:schemeClr val="tx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6534AE21-E17C-6093-EB67-D2D7DD57701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0018525" y="1809750"/>
            <a:ext cx="1803084" cy="2466975"/>
          </a:xfrm>
          <a:custGeom>
            <a:avLst/>
            <a:gdLst>
              <a:gd name="csX0" fmla="*/ 0 w 1803084"/>
              <a:gd name="csY0" fmla="*/ 0 h 2466975"/>
              <a:gd name="csX1" fmla="*/ 1803084 w 1803084"/>
              <a:gd name="csY1" fmla="*/ 0 h 2466975"/>
              <a:gd name="csX2" fmla="*/ 1803084 w 1803084"/>
              <a:gd name="csY2" fmla="*/ 1640448 h 2466975"/>
              <a:gd name="csX3" fmla="*/ 1245585 w 1803084"/>
              <a:gd name="csY3" fmla="*/ 2466975 h 2466975"/>
              <a:gd name="csX4" fmla="*/ 0 w 1803084"/>
              <a:gd name="csY4" fmla="*/ 2466975 h 2466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03084" h="2466975">
                <a:moveTo>
                  <a:pt x="0" y="0"/>
                </a:moveTo>
                <a:lnTo>
                  <a:pt x="1803084" y="0"/>
                </a:lnTo>
                <a:lnTo>
                  <a:pt x="1803084" y="1640448"/>
                </a:lnTo>
                <a:lnTo>
                  <a:pt x="1245585" y="2466975"/>
                </a:lnTo>
                <a:lnTo>
                  <a:pt x="0" y="2466975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9472D4DC-0725-AC88-FF52-DECBBFA923F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024558" y="4327276"/>
            <a:ext cx="1803600" cy="58963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800" b="1" spc="-70" baseline="0">
                <a:solidFill>
                  <a:schemeClr val="accent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/>
              <a:t>Text</a:t>
            </a:r>
            <a:endParaRPr lang="sv-SE" dirty="0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2D0215CD-4644-1C08-FDA0-BC19C8679F4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024558" y="4950619"/>
            <a:ext cx="1803600" cy="121523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 spc="-70" baseline="0">
                <a:solidFill>
                  <a:schemeClr val="tx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pic>
        <p:nvPicPr>
          <p:cNvPr id="3" name="Bild 2">
            <a:extLst>
              <a:ext uri="{FF2B5EF4-FFF2-40B4-BE49-F238E27FC236}">
                <a16:creationId xmlns:a16="http://schemas.microsoft.com/office/drawing/2014/main" id="{4E35B570-CD56-2EF0-CE2F-2D94DA8AC7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21351" y="6434932"/>
            <a:ext cx="1295999" cy="28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1864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ch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4BE5971-0FE1-8099-F2E6-76B78A9F84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white">
          <a:xfrm>
            <a:off x="6090493" y="339725"/>
            <a:ext cx="5730033" cy="5827718"/>
          </a:xfrm>
          <a:custGeom>
            <a:avLst/>
            <a:gdLst>
              <a:gd name="csX0" fmla="*/ 0 w 5730033"/>
              <a:gd name="csY0" fmla="*/ 0 h 5827718"/>
              <a:gd name="csX1" fmla="*/ 5730033 w 5730033"/>
              <a:gd name="csY1" fmla="*/ 0 h 5827718"/>
              <a:gd name="csX2" fmla="*/ 5730033 w 5730033"/>
              <a:gd name="csY2" fmla="*/ 4809521 h 5827718"/>
              <a:gd name="csX3" fmla="*/ 5041855 w 5730033"/>
              <a:gd name="csY3" fmla="*/ 5827718 h 5827718"/>
              <a:gd name="csX4" fmla="*/ 0 w 5730033"/>
              <a:gd name="csY4" fmla="*/ 5827718 h 58277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30033" h="5827718">
                <a:moveTo>
                  <a:pt x="0" y="0"/>
                </a:moveTo>
                <a:lnTo>
                  <a:pt x="5730033" y="0"/>
                </a:lnTo>
                <a:lnTo>
                  <a:pt x="5730033" y="4809521"/>
                </a:lnTo>
                <a:lnTo>
                  <a:pt x="5041855" y="5827718"/>
                </a:lnTo>
                <a:lnTo>
                  <a:pt x="0" y="5827718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243C1-6DE5-B914-4666-FF98070517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8154AE2-1B86-4FDD-8AAA-3B2673B0C726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C4FE5-D304-37E7-3182-40CD9D5B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A2120-0087-ED34-7E47-BB431D061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E6619F8C-5C5F-45C4-867D-26540600E532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2701A2F-2B58-D886-180B-5DF021D31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08" y="339725"/>
            <a:ext cx="4723200" cy="11596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FA9A4ABD-7917-6665-96AC-88E76B0108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4" y="2171699"/>
            <a:ext cx="4723200" cy="3994150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pic>
        <p:nvPicPr>
          <p:cNvPr id="7" name="Bild 6">
            <a:extLst>
              <a:ext uri="{FF2B5EF4-FFF2-40B4-BE49-F238E27FC236}">
                <a16:creationId xmlns:a16="http://schemas.microsoft.com/office/drawing/2014/main" id="{905DED54-2378-3100-E8C5-C769E0BBAB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21351" y="6434932"/>
            <a:ext cx="1295999" cy="28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149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ch 2 bilder (porträt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-form: Shape 14">
            <a:extLst>
              <a:ext uri="{FF2B5EF4-FFF2-40B4-BE49-F238E27FC236}">
                <a16:creationId xmlns:a16="http://schemas.microsoft.com/office/drawing/2014/main" id="{2FCDA49E-E31F-681E-1AA0-FC8905CBD03D}"/>
              </a:ext>
            </a:extLst>
          </p:cNvPr>
          <p:cNvSpPr/>
          <p:nvPr userDrawn="1"/>
        </p:nvSpPr>
        <p:spPr>
          <a:xfrm>
            <a:off x="3714750" y="0"/>
            <a:ext cx="8477250" cy="6858000"/>
          </a:xfrm>
          <a:custGeom>
            <a:avLst/>
            <a:gdLst>
              <a:gd name="csX0" fmla="*/ 0 w 8477250"/>
              <a:gd name="csY0" fmla="*/ 0 h 6858000"/>
              <a:gd name="csX1" fmla="*/ 8477250 w 8477250"/>
              <a:gd name="csY1" fmla="*/ 0 h 6858000"/>
              <a:gd name="csX2" fmla="*/ 8477250 w 8477250"/>
              <a:gd name="csY2" fmla="*/ 6858000 h 6858000"/>
              <a:gd name="csX3" fmla="*/ 1 w 8477250"/>
              <a:gd name="csY3" fmla="*/ 6858000 h 6858000"/>
              <a:gd name="csX4" fmla="*/ 4593124 w 8477250"/>
              <a:gd name="csY4" fmla="*/ 160988 h 6858000"/>
              <a:gd name="csX5" fmla="*/ 4702830 w 8477250"/>
              <a:gd name="csY5" fmla="*/ 1 h 6858000"/>
              <a:gd name="csX6" fmla="*/ 0 w 8477250"/>
              <a:gd name="csY6" fmla="*/ 1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477250" h="6858000">
                <a:moveTo>
                  <a:pt x="0" y="0"/>
                </a:moveTo>
                <a:lnTo>
                  <a:pt x="8477250" y="0"/>
                </a:lnTo>
                <a:lnTo>
                  <a:pt x="8477250" y="6858000"/>
                </a:lnTo>
                <a:lnTo>
                  <a:pt x="1" y="6858000"/>
                </a:lnTo>
                <a:lnTo>
                  <a:pt x="4593124" y="160988"/>
                </a:lnTo>
                <a:lnTo>
                  <a:pt x="4702830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sv-SE" sz="1500" dirty="0"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243C1-6DE5-B914-4666-FF98070517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7E5FADB-B3A5-4936-A729-E333437FD621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C4FE5-D304-37E7-3182-40CD9D5B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A2120-0087-ED34-7E47-BB431D061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E6619F8C-5C5F-45C4-867D-26540600E532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2701A2F-2B58-D886-180B-5DF021D31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08" y="339725"/>
            <a:ext cx="4723200" cy="11596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D5B6E3A-3944-F48F-C543-219FA48692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white">
          <a:xfrm>
            <a:off x="6090492" y="339725"/>
            <a:ext cx="2762250" cy="5827718"/>
          </a:xfrm>
          <a:prstGeom prst="rect">
            <a:avLst/>
          </a:prstGeom>
          <a:noFill/>
        </p:spPr>
        <p:txBody>
          <a:bodyPr/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913C593E-6B60-C8ED-16B1-839C34A696E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white">
          <a:xfrm>
            <a:off x="9058275" y="339725"/>
            <a:ext cx="2762250" cy="5827718"/>
          </a:xfrm>
          <a:custGeom>
            <a:avLst/>
            <a:gdLst>
              <a:gd name="csX0" fmla="*/ 0 w 2762250"/>
              <a:gd name="csY0" fmla="*/ 0 h 5827718"/>
              <a:gd name="csX1" fmla="*/ 2762250 w 2762250"/>
              <a:gd name="csY1" fmla="*/ 0 h 5827718"/>
              <a:gd name="csX2" fmla="*/ 2762250 w 2762250"/>
              <a:gd name="csY2" fmla="*/ 4833139 h 5827718"/>
              <a:gd name="csX3" fmla="*/ 2090035 w 2762250"/>
              <a:gd name="csY3" fmla="*/ 5827718 h 5827718"/>
              <a:gd name="csX4" fmla="*/ 0 w 2762250"/>
              <a:gd name="csY4" fmla="*/ 5827718 h 58277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62250" h="5827718">
                <a:moveTo>
                  <a:pt x="0" y="0"/>
                </a:moveTo>
                <a:lnTo>
                  <a:pt x="2762250" y="0"/>
                </a:lnTo>
                <a:lnTo>
                  <a:pt x="2762250" y="4833139"/>
                </a:lnTo>
                <a:lnTo>
                  <a:pt x="2090035" y="5827718"/>
                </a:lnTo>
                <a:lnTo>
                  <a:pt x="0" y="5827718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FE242D02-6C53-6425-CD7A-66654448F9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4" y="2171700"/>
            <a:ext cx="4723200" cy="3994150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pic>
        <p:nvPicPr>
          <p:cNvPr id="2" name="Bild 1">
            <a:extLst>
              <a:ext uri="{FF2B5EF4-FFF2-40B4-BE49-F238E27FC236}">
                <a16:creationId xmlns:a16="http://schemas.microsoft.com/office/drawing/2014/main" id="{C836AF52-FB0A-86C5-D7B7-D787C0C14B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21351" y="6434932"/>
            <a:ext cx="1295999" cy="28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7864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ch 2 bilder (landskap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665BDDF9-B947-32C6-D4F3-4A77BC469E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white">
          <a:xfrm>
            <a:off x="6090493" y="3347957"/>
            <a:ext cx="5730033" cy="2819486"/>
          </a:xfrm>
          <a:custGeom>
            <a:avLst/>
            <a:gdLst>
              <a:gd name="csX0" fmla="*/ 0 w 5730033"/>
              <a:gd name="csY0" fmla="*/ 0 h 2819486"/>
              <a:gd name="csX1" fmla="*/ 5730033 w 5730033"/>
              <a:gd name="csY1" fmla="*/ 0 h 2819486"/>
              <a:gd name="csX2" fmla="*/ 5730033 w 5730033"/>
              <a:gd name="csY2" fmla="*/ 1801289 h 2819486"/>
              <a:gd name="csX3" fmla="*/ 5041855 w 5730033"/>
              <a:gd name="csY3" fmla="*/ 2819486 h 2819486"/>
              <a:gd name="csX4" fmla="*/ 0 w 5730033"/>
              <a:gd name="csY4" fmla="*/ 2819486 h 28194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30033" h="2819486">
                <a:moveTo>
                  <a:pt x="0" y="0"/>
                </a:moveTo>
                <a:lnTo>
                  <a:pt x="5730033" y="0"/>
                </a:lnTo>
                <a:lnTo>
                  <a:pt x="5730033" y="1801289"/>
                </a:lnTo>
                <a:lnTo>
                  <a:pt x="5041855" y="2819486"/>
                </a:lnTo>
                <a:lnTo>
                  <a:pt x="0" y="281948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243C1-6DE5-B914-4666-FF98070517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41C8AFA-EE95-4E1F-AB35-92FB4970088D}" type="datetime1">
              <a:rPr lang="sv-SE" smtClean="0"/>
              <a:pPr/>
              <a:t>2026-05-13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C4FE5-D304-37E7-3182-40CD9D5B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A2120-0087-ED34-7E47-BB431D061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6619F8C-5C5F-45C4-867D-26540600E532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2701A2F-2B58-D886-180B-5DF021D31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08" y="339725"/>
            <a:ext cx="4723200" cy="11596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5D4DD2B6-FBB9-6184-1CCE-926EB8372E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white">
          <a:xfrm>
            <a:off x="6090492" y="339725"/>
            <a:ext cx="5724525" cy="2808000"/>
          </a:xfrm>
          <a:prstGeom prst="rect">
            <a:avLst/>
          </a:prstGeom>
          <a:noFill/>
        </p:spPr>
        <p:txBody>
          <a:bodyPr/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2" name="Platshållare för text 2">
            <a:extLst>
              <a:ext uri="{FF2B5EF4-FFF2-40B4-BE49-F238E27FC236}">
                <a16:creationId xmlns:a16="http://schemas.microsoft.com/office/drawing/2014/main" id="{BF594154-03B6-F316-FF49-2A299732DC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4" y="2171699"/>
            <a:ext cx="4723200" cy="39941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CDA6C483-1C9B-0ED0-707B-38F86BD819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black">
          <a:xfrm>
            <a:off x="10521351" y="6434927"/>
            <a:ext cx="1295999" cy="288661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8050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ch 3 bil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243C1-6DE5-B914-4666-FF98070517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217D80-F841-4D94-897C-D1CE2FC087BD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C4FE5-D304-37E7-3182-40CD9D5B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A2120-0087-ED34-7E47-BB431D061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6619F8C-5C5F-45C4-867D-26540600E532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2701A2F-2B58-D886-180B-5DF021D31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08" y="339725"/>
            <a:ext cx="4723200" cy="11596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5D4DD2B6-FBB9-6184-1CCE-926EB8372E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white">
          <a:xfrm>
            <a:off x="6090492" y="339725"/>
            <a:ext cx="2761200" cy="2808000"/>
          </a:xfrm>
          <a:prstGeom prst="rect">
            <a:avLst/>
          </a:prstGeom>
          <a:noFill/>
        </p:spPr>
        <p:txBody>
          <a:bodyPr/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E3AE4FCD-71CC-5B89-993F-B25D59A687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white">
          <a:xfrm>
            <a:off x="9058275" y="339725"/>
            <a:ext cx="2761200" cy="2808000"/>
          </a:xfrm>
          <a:prstGeom prst="rect">
            <a:avLst/>
          </a:prstGeom>
          <a:noFill/>
        </p:spPr>
        <p:txBody>
          <a:bodyPr/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CF9A74E-33BD-082E-7DF5-A25EA37F5F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white">
          <a:xfrm>
            <a:off x="6090493" y="3347957"/>
            <a:ext cx="5730033" cy="2819486"/>
          </a:xfrm>
          <a:custGeom>
            <a:avLst/>
            <a:gdLst>
              <a:gd name="csX0" fmla="*/ 0 w 5730033"/>
              <a:gd name="csY0" fmla="*/ 0 h 2819486"/>
              <a:gd name="csX1" fmla="*/ 5730033 w 5730033"/>
              <a:gd name="csY1" fmla="*/ 0 h 2819486"/>
              <a:gd name="csX2" fmla="*/ 5730033 w 5730033"/>
              <a:gd name="csY2" fmla="*/ 1801289 h 2819486"/>
              <a:gd name="csX3" fmla="*/ 5041855 w 5730033"/>
              <a:gd name="csY3" fmla="*/ 2819486 h 2819486"/>
              <a:gd name="csX4" fmla="*/ 0 w 5730033"/>
              <a:gd name="csY4" fmla="*/ 2819486 h 28194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30033" h="2819486">
                <a:moveTo>
                  <a:pt x="0" y="0"/>
                </a:moveTo>
                <a:lnTo>
                  <a:pt x="5730033" y="0"/>
                </a:lnTo>
                <a:lnTo>
                  <a:pt x="5730033" y="1801289"/>
                </a:lnTo>
                <a:lnTo>
                  <a:pt x="5041855" y="2819486"/>
                </a:lnTo>
                <a:lnTo>
                  <a:pt x="0" y="281948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2" name="Platshållare för text 2">
            <a:extLst>
              <a:ext uri="{FF2B5EF4-FFF2-40B4-BE49-F238E27FC236}">
                <a16:creationId xmlns:a16="http://schemas.microsoft.com/office/drawing/2014/main" id="{4355A54C-3257-683F-B484-D8A35AB23B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4" y="2171699"/>
            <a:ext cx="4723200" cy="39941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1D438BA2-A2A9-A8DA-9DF1-DB2F4C30C9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10521351" y="6434927"/>
            <a:ext cx="1295999" cy="288661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239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l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243C1-6DE5-B914-4666-FF98070517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CDBA5AB-0444-4B17-A72B-1A937531119B}" type="datetime1">
              <a:rPr lang="sv-SE" smtClean="0"/>
              <a:pPr/>
              <a:t>2026-05-13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C4FE5-D304-37E7-3182-40CD9D5B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A2120-0087-ED34-7E47-BB431D061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6619F8C-5C5F-45C4-867D-26540600E532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5D4DD2B6-FBB9-6184-1CCE-926EB8372E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white">
          <a:xfrm>
            <a:off x="6090492" y="339725"/>
            <a:ext cx="5724525" cy="2808000"/>
          </a:xfrm>
          <a:prstGeom prst="rect">
            <a:avLst/>
          </a:prstGeom>
          <a:noFill/>
        </p:spPr>
        <p:txBody>
          <a:bodyPr/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00F1650A-6695-8529-0346-716254DF80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white">
          <a:xfrm>
            <a:off x="377508" y="339725"/>
            <a:ext cx="2656800" cy="5827718"/>
          </a:xfrm>
          <a:prstGeom prst="rect">
            <a:avLst/>
          </a:prstGeom>
          <a:noFill/>
        </p:spPr>
        <p:txBody>
          <a:bodyPr/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C9BFA7D9-6367-D23D-2A8C-7103A5FFC30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white">
          <a:xfrm>
            <a:off x="3232992" y="339725"/>
            <a:ext cx="2656800" cy="5827718"/>
          </a:xfrm>
          <a:prstGeom prst="rect">
            <a:avLst/>
          </a:prstGeom>
          <a:noFill/>
        </p:spPr>
        <p:txBody>
          <a:bodyPr/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985E568-DCC8-F90B-1077-454C403B42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white">
          <a:xfrm>
            <a:off x="6090493" y="3347957"/>
            <a:ext cx="5730033" cy="2819486"/>
          </a:xfrm>
          <a:custGeom>
            <a:avLst/>
            <a:gdLst>
              <a:gd name="csX0" fmla="*/ 0 w 5730033"/>
              <a:gd name="csY0" fmla="*/ 0 h 2819486"/>
              <a:gd name="csX1" fmla="*/ 5730033 w 5730033"/>
              <a:gd name="csY1" fmla="*/ 0 h 2819486"/>
              <a:gd name="csX2" fmla="*/ 5730033 w 5730033"/>
              <a:gd name="csY2" fmla="*/ 1801289 h 2819486"/>
              <a:gd name="csX3" fmla="*/ 5041855 w 5730033"/>
              <a:gd name="csY3" fmla="*/ 2819486 h 2819486"/>
              <a:gd name="csX4" fmla="*/ 0 w 5730033"/>
              <a:gd name="csY4" fmla="*/ 2819486 h 28194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730033" h="2819486">
                <a:moveTo>
                  <a:pt x="0" y="0"/>
                </a:moveTo>
                <a:lnTo>
                  <a:pt x="5730033" y="0"/>
                </a:lnTo>
                <a:lnTo>
                  <a:pt x="5730033" y="1801289"/>
                </a:lnTo>
                <a:lnTo>
                  <a:pt x="5041855" y="2819486"/>
                </a:lnTo>
                <a:lnTo>
                  <a:pt x="0" y="281948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414A88F6-BC09-060F-E09F-CB8C7A0840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10521351" y="6434927"/>
            <a:ext cx="1295999" cy="288661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18626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243C1-6DE5-B914-4666-FF98070517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9424729-331E-4AE7-8C24-AAB630C8973D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C4FE5-D304-37E7-3182-40CD9D5B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A2120-0087-ED34-7E47-BB431D061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E6619F8C-5C5F-45C4-867D-26540600E532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BD12C19-A645-57AB-3E3C-8613864CA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09" y="339725"/>
            <a:ext cx="10152854" cy="1159676"/>
          </a:xfrm>
          <a:prstGeom prst="rect">
            <a:avLst/>
          </a:prstGeo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6F309498-41EB-2599-7267-A09D2C567A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7509" y="1811338"/>
            <a:ext cx="10152854" cy="4354513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pic>
        <p:nvPicPr>
          <p:cNvPr id="3" name="Bild 2">
            <a:extLst>
              <a:ext uri="{FF2B5EF4-FFF2-40B4-BE49-F238E27FC236}">
                <a16:creationId xmlns:a16="http://schemas.microsoft.com/office/drawing/2014/main" id="{43112935-0D03-DE2A-4566-702A1DACC8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21351" y="6434932"/>
            <a:ext cx="1295999" cy="28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559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243C1-6DE5-B914-4666-FF98070517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69B53CD-4D42-4C75-9ADC-DBD34BDEB5A2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C4FE5-D304-37E7-3182-40CD9D5B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A2120-0087-ED34-7E47-BB431D061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E6619F8C-5C5F-45C4-867D-26540600E532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ABF1AFB-6841-B75B-E001-96FFD59D5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09" y="339725"/>
            <a:ext cx="10152854" cy="1159676"/>
          </a:xfrm>
          <a:prstGeom prst="rect">
            <a:avLst/>
          </a:prstGeo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2" name="Platshållare för innehåll 6">
            <a:extLst>
              <a:ext uri="{FF2B5EF4-FFF2-40B4-BE49-F238E27FC236}">
                <a16:creationId xmlns:a16="http://schemas.microsoft.com/office/drawing/2014/main" id="{36222D1A-ADD1-0DFB-CAE2-99622195D17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7509" y="1811338"/>
            <a:ext cx="4860000" cy="4354511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9" name="Platshållare för innehåll 6">
            <a:extLst>
              <a:ext uri="{FF2B5EF4-FFF2-40B4-BE49-F238E27FC236}">
                <a16:creationId xmlns:a16="http://schemas.microsoft.com/office/drawing/2014/main" id="{B81E3779-8F4C-87C3-000B-B21804EA645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70553" y="1811338"/>
            <a:ext cx="4860000" cy="4354513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pic>
        <p:nvPicPr>
          <p:cNvPr id="7" name="Bild 6">
            <a:extLst>
              <a:ext uri="{FF2B5EF4-FFF2-40B4-BE49-F238E27FC236}">
                <a16:creationId xmlns:a16="http://schemas.microsoft.com/office/drawing/2014/main" id="{163CA4D0-694D-8699-DE75-0E3D83FA4D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21351" y="6434932"/>
            <a:ext cx="1295999" cy="28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421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på svart och vinklad bil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B1EFA47-C1FF-0BFD-E2C2-6C9FE2FB15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white">
          <a:xfrm>
            <a:off x="3714750" y="0"/>
            <a:ext cx="8477250" cy="6858000"/>
          </a:xfrm>
          <a:custGeom>
            <a:avLst/>
            <a:gdLst>
              <a:gd name="csX0" fmla="*/ 4703536 w 8477250"/>
              <a:gd name="csY0" fmla="*/ 0 h 6862535"/>
              <a:gd name="csX1" fmla="*/ 8477250 w 8477250"/>
              <a:gd name="csY1" fmla="*/ 4535 h 6862535"/>
              <a:gd name="csX2" fmla="*/ 8477250 w 8477250"/>
              <a:gd name="csY2" fmla="*/ 6862535 h 6862535"/>
              <a:gd name="csX3" fmla="*/ 0 w 8477250"/>
              <a:gd name="csY3" fmla="*/ 6862535 h 68625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477250" h="6862535">
                <a:moveTo>
                  <a:pt x="4703536" y="0"/>
                </a:moveTo>
                <a:lnTo>
                  <a:pt x="8477250" y="4535"/>
                </a:lnTo>
                <a:lnTo>
                  <a:pt x="8477250" y="6862535"/>
                </a:lnTo>
                <a:lnTo>
                  <a:pt x="0" y="6862535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88BF058-9027-E5C7-85A4-A4C03A733B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509" y="2171700"/>
            <a:ext cx="4019550" cy="39941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3200" b="1" spc="-7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B763B8-0C3F-E63D-0730-8FE3F6633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09" y="339725"/>
            <a:ext cx="4723200" cy="11596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559C8-B41B-4CF9-49DA-F321F94E6EF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615C31-7C58-4A5D-8124-D3F8DB5E8A9D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8246AC-E7AE-182C-BCB0-2C197EDF44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2576F0-49C2-B3DE-E6EC-E8F089C5834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F0B5DBC-9AE9-F81B-BB76-1ACB0C47A6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10521351" y="6434927"/>
            <a:ext cx="1295999" cy="288661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45995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vinklade bil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A313490C-9FA9-8484-05D0-BD05AADC29F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white">
          <a:xfrm>
            <a:off x="0" y="0"/>
            <a:ext cx="8417580" cy="6858000"/>
          </a:xfrm>
          <a:custGeom>
            <a:avLst/>
            <a:gdLst>
              <a:gd name="csX0" fmla="*/ 0 w 8417580"/>
              <a:gd name="csY0" fmla="*/ 0 h 6858000"/>
              <a:gd name="csX1" fmla="*/ 8417580 w 8417580"/>
              <a:gd name="csY1" fmla="*/ 0 h 6858000"/>
              <a:gd name="csX2" fmla="*/ 8307874 w 8417580"/>
              <a:gd name="csY2" fmla="*/ 160987 h 6858000"/>
              <a:gd name="csX3" fmla="*/ 3714750 w 8417580"/>
              <a:gd name="csY3" fmla="*/ 6858000 h 6858000"/>
              <a:gd name="csX4" fmla="*/ 0 w 8417580"/>
              <a:gd name="csY4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417580" h="6858000">
                <a:moveTo>
                  <a:pt x="0" y="0"/>
                </a:moveTo>
                <a:lnTo>
                  <a:pt x="8417580" y="0"/>
                </a:lnTo>
                <a:lnTo>
                  <a:pt x="8307874" y="160987"/>
                </a:lnTo>
                <a:lnTo>
                  <a:pt x="37147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B1EFA47-C1FF-0BFD-E2C2-6C9FE2FB15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white">
          <a:xfrm>
            <a:off x="3714750" y="0"/>
            <a:ext cx="8477250" cy="6858000"/>
          </a:xfrm>
          <a:custGeom>
            <a:avLst/>
            <a:gdLst>
              <a:gd name="csX0" fmla="*/ 4703536 w 8477250"/>
              <a:gd name="csY0" fmla="*/ 0 h 6862535"/>
              <a:gd name="csX1" fmla="*/ 8477250 w 8477250"/>
              <a:gd name="csY1" fmla="*/ 4535 h 6862535"/>
              <a:gd name="csX2" fmla="*/ 8477250 w 8477250"/>
              <a:gd name="csY2" fmla="*/ 6862535 h 6862535"/>
              <a:gd name="csX3" fmla="*/ 0 w 8477250"/>
              <a:gd name="csY3" fmla="*/ 6862535 h 68625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477250" h="6862535">
                <a:moveTo>
                  <a:pt x="4703536" y="0"/>
                </a:moveTo>
                <a:lnTo>
                  <a:pt x="8477250" y="4535"/>
                </a:lnTo>
                <a:lnTo>
                  <a:pt x="8477250" y="6862535"/>
                </a:lnTo>
                <a:lnTo>
                  <a:pt x="0" y="6862535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en-GB" dirty="0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B86E9126-DDF7-3717-1F36-C7603CFE522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615C31-7C58-4A5D-8124-D3F8DB5E8A9D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5EA86992-2980-C78D-0A11-7AA5620E43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CD71DAE9-DAA8-DE8C-4484-E74911BA0A1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AFFA0E7A-C750-39C6-505A-3544D78491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10521351" y="6434927"/>
            <a:ext cx="1295999" cy="288661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57829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ch vinklad bild hög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B1EFA47-C1FF-0BFD-E2C2-6C9FE2FB15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white">
          <a:xfrm>
            <a:off x="3714750" y="0"/>
            <a:ext cx="8477250" cy="6858000"/>
          </a:xfrm>
          <a:custGeom>
            <a:avLst/>
            <a:gdLst>
              <a:gd name="csX0" fmla="*/ 4703536 w 8477250"/>
              <a:gd name="csY0" fmla="*/ 0 h 6862535"/>
              <a:gd name="csX1" fmla="*/ 8477250 w 8477250"/>
              <a:gd name="csY1" fmla="*/ 4535 h 6862535"/>
              <a:gd name="csX2" fmla="*/ 8477250 w 8477250"/>
              <a:gd name="csY2" fmla="*/ 6862535 h 6862535"/>
              <a:gd name="csX3" fmla="*/ 0 w 8477250"/>
              <a:gd name="csY3" fmla="*/ 6862535 h 68625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477250" h="6862535">
                <a:moveTo>
                  <a:pt x="4703536" y="0"/>
                </a:moveTo>
                <a:lnTo>
                  <a:pt x="8477250" y="4535"/>
                </a:lnTo>
                <a:lnTo>
                  <a:pt x="8477250" y="6862535"/>
                </a:lnTo>
                <a:lnTo>
                  <a:pt x="0" y="6862535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88BF058-9027-E5C7-85A4-A4C03A733B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509" y="2171700"/>
            <a:ext cx="5197791" cy="39941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400" b="1" spc="-7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B763B8-0C3F-E63D-0730-8FE3F6633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08" y="339725"/>
            <a:ext cx="5718491" cy="1468438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F56523-3D39-41FC-E1B2-7A9AD82703F2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A87E533-8C4F-40B6-961F-450FF774BC28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99C24A-EE25-E8BA-0170-6C47DFECCD7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151FB0-BCF5-2D40-4253-EF773D98C6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4FCA5165-339D-A496-9726-9174B270CA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10521351" y="6434927"/>
            <a:ext cx="1295999" cy="288661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24725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ängre text och vinklad bild hög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B1EFA47-C1FF-0BFD-E2C2-6C9FE2FB15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white">
          <a:xfrm>
            <a:off x="5575300" y="-12031"/>
            <a:ext cx="6630931" cy="6891296"/>
          </a:xfrm>
          <a:custGeom>
            <a:avLst/>
            <a:gdLst>
              <a:gd name="csX0" fmla="*/ 4703536 w 8477250"/>
              <a:gd name="csY0" fmla="*/ 0 h 6862535"/>
              <a:gd name="csX1" fmla="*/ 8477250 w 8477250"/>
              <a:gd name="csY1" fmla="*/ 4535 h 6862535"/>
              <a:gd name="csX2" fmla="*/ 8477250 w 8477250"/>
              <a:gd name="csY2" fmla="*/ 6862535 h 6862535"/>
              <a:gd name="csX3" fmla="*/ 0 w 8477250"/>
              <a:gd name="csY3" fmla="*/ 6862535 h 6862535"/>
              <a:gd name="csX0" fmla="*/ 4703536 w 8477250"/>
              <a:gd name="csY0" fmla="*/ 0 h 6862535"/>
              <a:gd name="csX1" fmla="*/ 6208183 w 8477250"/>
              <a:gd name="csY1" fmla="*/ 21480 h 6862535"/>
              <a:gd name="csX2" fmla="*/ 8477250 w 8477250"/>
              <a:gd name="csY2" fmla="*/ 6862535 h 6862535"/>
              <a:gd name="csX3" fmla="*/ 0 w 8477250"/>
              <a:gd name="csY3" fmla="*/ 6862535 h 6862535"/>
              <a:gd name="csX4" fmla="*/ 4703536 w 8477250"/>
              <a:gd name="csY4" fmla="*/ 0 h 6862535"/>
              <a:gd name="csX0" fmla="*/ 4703536 w 8477250"/>
              <a:gd name="csY0" fmla="*/ 0 h 6862535"/>
              <a:gd name="csX1" fmla="*/ 6614583 w 8477250"/>
              <a:gd name="csY1" fmla="*/ 38425 h 6862535"/>
              <a:gd name="csX2" fmla="*/ 8477250 w 8477250"/>
              <a:gd name="csY2" fmla="*/ 6862535 h 6862535"/>
              <a:gd name="csX3" fmla="*/ 0 w 8477250"/>
              <a:gd name="csY3" fmla="*/ 6862535 h 6862535"/>
              <a:gd name="csX4" fmla="*/ 4703536 w 8477250"/>
              <a:gd name="csY4" fmla="*/ 0 h 6862535"/>
              <a:gd name="csX0" fmla="*/ 4703536 w 8477250"/>
              <a:gd name="csY0" fmla="*/ 0 h 6862535"/>
              <a:gd name="csX1" fmla="*/ 6614583 w 8477250"/>
              <a:gd name="csY1" fmla="*/ 17145 h 6862535"/>
              <a:gd name="csX2" fmla="*/ 8477250 w 8477250"/>
              <a:gd name="csY2" fmla="*/ 6862535 h 6862535"/>
              <a:gd name="csX3" fmla="*/ 0 w 8477250"/>
              <a:gd name="csY3" fmla="*/ 6862535 h 6862535"/>
              <a:gd name="csX4" fmla="*/ 4703536 w 8477250"/>
              <a:gd name="csY4" fmla="*/ 0 h 6862535"/>
              <a:gd name="csX0" fmla="*/ 4703536 w 6807938"/>
              <a:gd name="csY0" fmla="*/ 0 h 6873174"/>
              <a:gd name="csX1" fmla="*/ 6614583 w 6807938"/>
              <a:gd name="csY1" fmla="*/ 17145 h 6873174"/>
              <a:gd name="csX2" fmla="*/ 6807938 w 6807938"/>
              <a:gd name="csY2" fmla="*/ 6873174 h 6873174"/>
              <a:gd name="csX3" fmla="*/ 0 w 6807938"/>
              <a:gd name="csY3" fmla="*/ 6862535 h 6873174"/>
              <a:gd name="csX4" fmla="*/ 4703536 w 6807938"/>
              <a:gd name="csY4" fmla="*/ 0 h 6873174"/>
              <a:gd name="csX0" fmla="*/ 4703536 w 6614583"/>
              <a:gd name="csY0" fmla="*/ 0 h 6883814"/>
              <a:gd name="csX1" fmla="*/ 6614583 w 6614583"/>
              <a:gd name="csY1" fmla="*/ 17145 h 6883814"/>
              <a:gd name="csX2" fmla="*/ 6595287 w 6614583"/>
              <a:gd name="csY2" fmla="*/ 6883814 h 6883814"/>
              <a:gd name="csX3" fmla="*/ 0 w 6614583"/>
              <a:gd name="csY3" fmla="*/ 6862535 h 6883814"/>
              <a:gd name="csX4" fmla="*/ 4703536 w 6614583"/>
              <a:gd name="csY4" fmla="*/ 0 h 6883814"/>
              <a:gd name="csX0" fmla="*/ 4703536 w 6616552"/>
              <a:gd name="csY0" fmla="*/ 0 h 6883814"/>
              <a:gd name="csX1" fmla="*/ 6614583 w 6616552"/>
              <a:gd name="csY1" fmla="*/ 17145 h 6883814"/>
              <a:gd name="csX2" fmla="*/ 6616552 w 6616552"/>
              <a:gd name="csY2" fmla="*/ 6883814 h 6883814"/>
              <a:gd name="csX3" fmla="*/ 0 w 6616552"/>
              <a:gd name="csY3" fmla="*/ 6862535 h 6883814"/>
              <a:gd name="csX4" fmla="*/ 4703536 w 6616552"/>
              <a:gd name="csY4" fmla="*/ 0 h 6883814"/>
              <a:gd name="csX0" fmla="*/ 4703536 w 6616552"/>
              <a:gd name="csY0" fmla="*/ 0 h 6883814"/>
              <a:gd name="csX1" fmla="*/ 6614583 w 6616552"/>
              <a:gd name="csY1" fmla="*/ 6505 h 6883814"/>
              <a:gd name="csX2" fmla="*/ 6616552 w 6616552"/>
              <a:gd name="csY2" fmla="*/ 6883814 h 6883814"/>
              <a:gd name="csX3" fmla="*/ 0 w 6616552"/>
              <a:gd name="csY3" fmla="*/ 6862535 h 6883814"/>
              <a:gd name="csX4" fmla="*/ 4703536 w 6616552"/>
              <a:gd name="csY4" fmla="*/ 0 h 6883814"/>
              <a:gd name="csX0" fmla="*/ 4703536 w 6616552"/>
              <a:gd name="csY0" fmla="*/ 0 h 6883814"/>
              <a:gd name="csX1" fmla="*/ 6614583 w 6616552"/>
              <a:gd name="csY1" fmla="*/ 6505 h 6883814"/>
              <a:gd name="csX2" fmla="*/ 6616552 w 6616552"/>
              <a:gd name="csY2" fmla="*/ 6883814 h 6883814"/>
              <a:gd name="csX3" fmla="*/ 0 w 6616552"/>
              <a:gd name="csY3" fmla="*/ 6862535 h 6883814"/>
              <a:gd name="csX4" fmla="*/ 4703536 w 6616552"/>
              <a:gd name="csY4" fmla="*/ 0 h 6883814"/>
              <a:gd name="csX0" fmla="*/ 4703536 w 6630931"/>
              <a:gd name="csY0" fmla="*/ 0 h 6883814"/>
              <a:gd name="csX1" fmla="*/ 6630911 w 6630931"/>
              <a:gd name="csY1" fmla="*/ 6505 h 6883814"/>
              <a:gd name="csX2" fmla="*/ 6616552 w 6630931"/>
              <a:gd name="csY2" fmla="*/ 6883814 h 6883814"/>
              <a:gd name="csX3" fmla="*/ 0 w 6630931"/>
              <a:gd name="csY3" fmla="*/ 6862535 h 6883814"/>
              <a:gd name="csX4" fmla="*/ 4703536 w 6630931"/>
              <a:gd name="csY4" fmla="*/ 0 h 6883814"/>
              <a:gd name="csX0" fmla="*/ 4703536 w 6630931"/>
              <a:gd name="csY0" fmla="*/ 5534 h 6889348"/>
              <a:gd name="csX1" fmla="*/ 6630911 w 6630931"/>
              <a:gd name="csY1" fmla="*/ 0 h 6889348"/>
              <a:gd name="csX2" fmla="*/ 6616552 w 6630931"/>
              <a:gd name="csY2" fmla="*/ 6889348 h 6889348"/>
              <a:gd name="csX3" fmla="*/ 0 w 6630931"/>
              <a:gd name="csY3" fmla="*/ 6868069 h 6889348"/>
              <a:gd name="csX4" fmla="*/ 4703536 w 6630931"/>
              <a:gd name="csY4" fmla="*/ 5534 h 6889348"/>
              <a:gd name="csX0" fmla="*/ 4715567 w 6630931"/>
              <a:gd name="csY0" fmla="*/ 0 h 6895853"/>
              <a:gd name="csX1" fmla="*/ 6630911 w 6630931"/>
              <a:gd name="csY1" fmla="*/ 6505 h 6895853"/>
              <a:gd name="csX2" fmla="*/ 6616552 w 6630931"/>
              <a:gd name="csY2" fmla="*/ 6895853 h 6895853"/>
              <a:gd name="csX3" fmla="*/ 0 w 6630931"/>
              <a:gd name="csY3" fmla="*/ 6874574 h 6895853"/>
              <a:gd name="csX4" fmla="*/ 4715567 w 6630931"/>
              <a:gd name="csY4" fmla="*/ 0 h 68958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630931" h="6895853">
                <a:moveTo>
                  <a:pt x="4715567" y="0"/>
                </a:moveTo>
                <a:lnTo>
                  <a:pt x="6630911" y="6505"/>
                </a:lnTo>
                <a:cubicBezTo>
                  <a:pt x="6631567" y="2295395"/>
                  <a:pt x="6615896" y="4606963"/>
                  <a:pt x="6616552" y="6895853"/>
                </a:cubicBezTo>
                <a:lnTo>
                  <a:pt x="0" y="6874574"/>
                </a:lnTo>
                <a:lnTo>
                  <a:pt x="4715567" y="0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 dirty="0"/>
              <a:t>Klicka på ikonen för att lägga till en bild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88BF058-9027-E5C7-85A4-A4C03A733B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510" y="2171700"/>
            <a:ext cx="5772466" cy="3608121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1800" b="1" spc="-7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B763B8-0C3F-E63D-0730-8FE3F6633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08" y="339725"/>
            <a:ext cx="6891197" cy="1468438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sv-SE" dirty="0"/>
              <a:t>Klicka här för att ändra mall för rubrikformat</a:t>
            </a:r>
            <a:endParaRPr lang="en-GB" dirty="0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D94EACDF-ADCE-03D0-E2D1-73529655C13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A87E533-8C4F-40B6-961F-450FF774BC28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E56B824-B081-1474-18AF-6D82B41ED82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BAF83B09-75AC-C8B8-7C38-F41349B039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92E35F22-13FA-D7B5-0C67-D94879F566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10521351" y="6434927"/>
            <a:ext cx="1295999" cy="288661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6872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ch vinklad bild vän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88BF058-9027-E5C7-85A4-A4C03A733B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04099" y="2171700"/>
            <a:ext cx="4412934" cy="3994150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3200" b="1" spc="-7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B763B8-0C3F-E63D-0730-8FE3F6633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900" y="339725"/>
            <a:ext cx="3725934" cy="115967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3220E5-F5B1-6D50-5570-A615EB9FEB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white">
          <a:xfrm>
            <a:off x="0" y="0"/>
            <a:ext cx="8417580" cy="6858000"/>
          </a:xfrm>
          <a:custGeom>
            <a:avLst/>
            <a:gdLst>
              <a:gd name="csX0" fmla="*/ 0 w 8417580"/>
              <a:gd name="csY0" fmla="*/ 0 h 6858000"/>
              <a:gd name="csX1" fmla="*/ 8417580 w 8417580"/>
              <a:gd name="csY1" fmla="*/ 0 h 6858000"/>
              <a:gd name="csX2" fmla="*/ 8307874 w 8417580"/>
              <a:gd name="csY2" fmla="*/ 160987 h 6858000"/>
              <a:gd name="csX3" fmla="*/ 3714750 w 8417580"/>
              <a:gd name="csY3" fmla="*/ 6858000 h 6858000"/>
              <a:gd name="csX4" fmla="*/ 0 w 8417580"/>
              <a:gd name="csY4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417580" h="6858000">
                <a:moveTo>
                  <a:pt x="0" y="0"/>
                </a:moveTo>
                <a:lnTo>
                  <a:pt x="8417580" y="0"/>
                </a:lnTo>
                <a:lnTo>
                  <a:pt x="8307874" y="160987"/>
                </a:lnTo>
                <a:lnTo>
                  <a:pt x="37147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EA8C68A-825A-F0C5-43EB-357C6847F981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209578F-4B97-4357-9A40-01BC971131EC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14BD289-DC82-F540-0C4C-C611F96378A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4986C55-C877-E167-2483-C52A5CE45D6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5" name="Bild 4">
            <a:extLst>
              <a:ext uri="{FF2B5EF4-FFF2-40B4-BE49-F238E27FC236}">
                <a16:creationId xmlns:a16="http://schemas.microsoft.com/office/drawing/2014/main" id="{B3F0E4CE-6DF8-C1F2-A81B-01C8BA5CA0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21351" y="6434932"/>
            <a:ext cx="1295999" cy="28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8724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ängre text och vinklad bild vän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FCE6E76A-BAED-C465-DDF7-5B74FB51C8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white">
          <a:xfrm>
            <a:off x="-28745" y="-31691"/>
            <a:ext cx="6070771" cy="6889691"/>
          </a:xfrm>
          <a:custGeom>
            <a:avLst/>
            <a:gdLst>
              <a:gd name="csX0" fmla="*/ 0 w 8417580"/>
              <a:gd name="csY0" fmla="*/ 0 h 6858000"/>
              <a:gd name="csX1" fmla="*/ 8417580 w 8417580"/>
              <a:gd name="csY1" fmla="*/ 0 h 6858000"/>
              <a:gd name="csX2" fmla="*/ 8307874 w 8417580"/>
              <a:gd name="csY2" fmla="*/ 160987 h 6858000"/>
              <a:gd name="csX3" fmla="*/ 3714750 w 8417580"/>
              <a:gd name="csY3" fmla="*/ 6858000 h 6858000"/>
              <a:gd name="csX4" fmla="*/ 0 w 8417580"/>
              <a:gd name="csY4" fmla="*/ 6858000 h 6858000"/>
              <a:gd name="csX0" fmla="*/ 2419574 w 8417580"/>
              <a:gd name="csY0" fmla="*/ 14149 h 6858000"/>
              <a:gd name="csX1" fmla="*/ 8417580 w 8417580"/>
              <a:gd name="csY1" fmla="*/ 0 h 6858000"/>
              <a:gd name="csX2" fmla="*/ 8307874 w 8417580"/>
              <a:gd name="csY2" fmla="*/ 160987 h 6858000"/>
              <a:gd name="csX3" fmla="*/ 3714750 w 8417580"/>
              <a:gd name="csY3" fmla="*/ 6858000 h 6858000"/>
              <a:gd name="csX4" fmla="*/ 0 w 8417580"/>
              <a:gd name="csY4" fmla="*/ 6858000 h 6858000"/>
              <a:gd name="csX5" fmla="*/ 2419574 w 8417580"/>
              <a:gd name="csY5" fmla="*/ 14149 h 6858000"/>
              <a:gd name="csX0" fmla="*/ 14150 w 6012156"/>
              <a:gd name="csY0" fmla="*/ 14149 h 6858000"/>
              <a:gd name="csX1" fmla="*/ 6012156 w 6012156"/>
              <a:gd name="csY1" fmla="*/ 0 h 6858000"/>
              <a:gd name="csX2" fmla="*/ 5902450 w 6012156"/>
              <a:gd name="csY2" fmla="*/ 160987 h 6858000"/>
              <a:gd name="csX3" fmla="*/ 1309326 w 6012156"/>
              <a:gd name="csY3" fmla="*/ 6858000 h 6858000"/>
              <a:gd name="csX4" fmla="*/ 0 w 6012156"/>
              <a:gd name="csY4" fmla="*/ 6858000 h 6858000"/>
              <a:gd name="csX5" fmla="*/ 14150 w 6012156"/>
              <a:gd name="csY5" fmla="*/ 14149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012156" h="6858000">
                <a:moveTo>
                  <a:pt x="14150" y="14149"/>
                </a:moveTo>
                <a:lnTo>
                  <a:pt x="6012156" y="0"/>
                </a:lnTo>
                <a:lnTo>
                  <a:pt x="5902450" y="160987"/>
                </a:lnTo>
                <a:lnTo>
                  <a:pt x="1309326" y="6858000"/>
                </a:lnTo>
                <a:lnTo>
                  <a:pt x="0" y="6858000"/>
                </a:lnTo>
                <a:cubicBezTo>
                  <a:pt x="0" y="4572000"/>
                  <a:pt x="14150" y="2300149"/>
                  <a:pt x="14150" y="1414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88BF058-9027-E5C7-85A4-A4C03A733B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00481" y="2171700"/>
            <a:ext cx="6616552" cy="3994150"/>
          </a:xfrm>
        </p:spPr>
        <p:txBody>
          <a:bodyPr/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800" b="1" spc="-7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B763B8-0C3F-E63D-0730-8FE3F6633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026" y="339725"/>
            <a:ext cx="5773808" cy="1159676"/>
          </a:xfrm>
        </p:spPr>
        <p:txBody>
          <a:bodyPr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r>
              <a:rPr lang="sv-SE" dirty="0"/>
              <a:t>Klicka här för att ändra mall för rubrikformat</a:t>
            </a:r>
            <a:endParaRPr lang="en-GB" dirty="0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7BEE3798-F9FC-0F60-1BBB-FCD78204783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40A93C31-BE50-1F3A-FDDF-5B7029F13CC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CB76A7FD-E027-C2D8-2AE0-EA3CD496F1D1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A87E533-8C4F-40B6-961F-450FF774BC28}" type="datetime1">
              <a:rPr lang="sv-SE" smtClean="0"/>
              <a:pPr/>
              <a:t>2026-05-13</a:t>
            </a:fld>
            <a:endParaRPr lang="sv-SE" dirty="0"/>
          </a:p>
        </p:txBody>
      </p:sp>
      <p:pic>
        <p:nvPicPr>
          <p:cNvPr id="8" name="Bild 7">
            <a:extLst>
              <a:ext uri="{FF2B5EF4-FFF2-40B4-BE49-F238E27FC236}">
                <a16:creationId xmlns:a16="http://schemas.microsoft.com/office/drawing/2014/main" id="{4EB5D153-4369-84E1-739F-E31899E69A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21351" y="6434932"/>
            <a:ext cx="1295999" cy="28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2259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på bakgr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ACF61DF-EECB-1D9B-0BD1-C3B860437FA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white">
          <a:xfrm>
            <a:off x="251618" y="254000"/>
            <a:ext cx="11688764" cy="6350000"/>
          </a:xfrm>
          <a:custGeom>
            <a:avLst/>
            <a:gdLst>
              <a:gd name="csX0" fmla="*/ 0 w 11688764"/>
              <a:gd name="csY0" fmla="*/ 0 h 6350000"/>
              <a:gd name="csX1" fmla="*/ 11688764 w 11688764"/>
              <a:gd name="csY1" fmla="*/ 0 h 6350000"/>
              <a:gd name="csX2" fmla="*/ 11688764 w 11688764"/>
              <a:gd name="csY2" fmla="*/ 4792076 h 6350000"/>
              <a:gd name="csX3" fmla="*/ 10598153 w 11688764"/>
              <a:gd name="csY3" fmla="*/ 6350000 h 6350000"/>
              <a:gd name="csX4" fmla="*/ 0 w 11688764"/>
              <a:gd name="csY4" fmla="*/ 6350000 h 635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688764" h="6350000">
                <a:moveTo>
                  <a:pt x="0" y="0"/>
                </a:moveTo>
                <a:lnTo>
                  <a:pt x="11688764" y="0"/>
                </a:lnTo>
                <a:lnTo>
                  <a:pt x="11688764" y="4792076"/>
                </a:lnTo>
                <a:lnTo>
                  <a:pt x="10598153" y="6350000"/>
                </a:lnTo>
                <a:lnTo>
                  <a:pt x="0" y="6350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04851-FB5F-1195-289F-EE2E2130D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07" y="2605887"/>
            <a:ext cx="6282000" cy="1667664"/>
          </a:xfrm>
          <a:prstGeom prst="rect">
            <a:avLst/>
          </a:prstGeom>
        </p:spPr>
        <p:txBody>
          <a:bodyPr anchor="ctr" anchorCtr="0"/>
          <a:lstStyle>
            <a:lvl1pPr>
              <a:defRPr sz="6000" spc="-90" baseline="0">
                <a:solidFill>
                  <a:schemeClr val="accent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9F28E98-CE79-3BA7-6045-68BF8FD49986}"/>
              </a:ext>
            </a:extLst>
          </p:cNvPr>
          <p:cNvSpPr txBox="1"/>
          <p:nvPr userDrawn="1"/>
        </p:nvSpPr>
        <p:spPr>
          <a:xfrm>
            <a:off x="0" y="-660400"/>
            <a:ext cx="12192000" cy="554610"/>
          </a:xfrm>
          <a:prstGeom prst="rect">
            <a:avLst/>
          </a:prstGeom>
          <a:solidFill>
            <a:schemeClr val="bg1"/>
          </a:solidFill>
        </p:spPr>
        <p:txBody>
          <a:bodyPr wrap="square" lIns="144000" tIns="0" rIns="144000" bIns="0" rtlCol="0" anchor="ctr" anchorCtr="0">
            <a:noAutofit/>
          </a:bodyPr>
          <a:lstStyle/>
          <a:p>
            <a:pPr algn="l"/>
            <a:r>
              <a:rPr lang="sv-SE" sz="1400" dirty="0">
                <a:cs typeface="Arial" panose="020B0604020202020204" pitchFamily="34" charset="0"/>
              </a:rPr>
              <a:t>När bildplatshållaren är gömd bakom rubriken: Klicka på bildplatshållaren och gå till </a:t>
            </a:r>
            <a:r>
              <a:rPr lang="sv-SE" sz="1400" b="1" dirty="0">
                <a:cs typeface="Arial" panose="020B0604020202020204" pitchFamily="34" charset="0"/>
              </a:rPr>
              <a:t>Infoga – Bilder</a:t>
            </a:r>
            <a:r>
              <a:rPr lang="sv-SE" sz="1400" dirty="0">
                <a:cs typeface="Arial" panose="020B0604020202020204" pitchFamily="34" charset="0"/>
              </a:rPr>
              <a:t> för att fylla den med en bild eller dra bilden till bildplatshållaren.</a:t>
            </a:r>
          </a:p>
        </p:txBody>
      </p:sp>
    </p:spTree>
    <p:extLst>
      <p:ext uri="{BB962C8B-B14F-4D97-AF65-F5344CB8AC3E}">
        <p14:creationId xmlns:p14="http://schemas.microsoft.com/office/powerpoint/2010/main" val="18693418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ch stor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AE074005-7C11-DF9D-E0E2-5A1F5F230C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243C1-6DE5-B914-4666-FF98070517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AAD7D1-8154-4955-B401-B8116DC6661E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C4FE5-D304-37E7-3182-40CD9D5B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A2120-0087-ED34-7E47-BB431D061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6619F8C-5C5F-45C4-867D-26540600E532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2701A2F-2B58-D886-180B-5DF021D31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08" y="339725"/>
            <a:ext cx="4723200" cy="11596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A7600EA8-C283-0A56-9333-2B50FE2A6A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4" y="2171699"/>
            <a:ext cx="4723200" cy="39941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260B535-C60D-A5D2-776E-34961423F0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0521351" y="6434927"/>
            <a:ext cx="1295999" cy="288661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50354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>
            <a:extLst>
              <a:ext uri="{FF2B5EF4-FFF2-40B4-BE49-F238E27FC236}">
                <a16:creationId xmlns:a16="http://schemas.microsoft.com/office/drawing/2014/main" id="{40503292-A1FA-29E1-39E2-36A996CC4D77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00">
                <a:noFill/>
              </a:defRPr>
            </a:lvl1pPr>
          </a:lstStyle>
          <a:p>
            <a:r>
              <a:rPr lang="sv-SE"/>
              <a:t>Klicka på ikonen för att lägga till ett medieklipp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90405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ängre texter, 2 kolumner, v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5">
            <a:extLst>
              <a:ext uri="{FF2B5EF4-FFF2-40B4-BE49-F238E27FC236}">
                <a16:creationId xmlns:a16="http://schemas.microsoft.com/office/drawing/2014/main" id="{E54DD583-56FE-1F43-4A35-86AA87A9F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09" y="339725"/>
            <a:ext cx="10152854" cy="1468438"/>
          </a:xfrm>
        </p:spPr>
        <p:txBody>
          <a:bodyPr/>
          <a:lstStyle>
            <a:lvl1pPr>
              <a:defRPr sz="4800" baseline="0">
                <a:solidFill>
                  <a:schemeClr val="accent1"/>
                </a:solidFill>
              </a:defRPr>
            </a:lvl1pPr>
          </a:lstStyle>
          <a:p>
            <a:r>
              <a:rPr lang="sv-SE" dirty="0"/>
              <a:t>Klicka här för att ändra mall för rubrikformat</a:t>
            </a:r>
            <a:endParaRPr lang="en-GB" dirty="0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303C4225-BF56-E260-0BCE-BFE842B50B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7510" y="2171700"/>
            <a:ext cx="5502590" cy="399415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1800" b="1" spc="-70" baseline="0">
                <a:solidFill>
                  <a:schemeClr val="tx1"/>
                </a:solidFill>
              </a:defRPr>
            </a:lvl1pPr>
          </a:lstStyle>
          <a:p>
            <a:r>
              <a:rPr lang="sv-SE" dirty="0" err="1"/>
              <a:t>Lorem</a:t>
            </a:r>
            <a:r>
              <a:rPr lang="sv-SE" dirty="0"/>
              <a:t> </a:t>
            </a:r>
            <a:r>
              <a:rPr lang="sv-SE" dirty="0" err="1"/>
              <a:t>ipsum</a:t>
            </a:r>
            <a:r>
              <a:rPr lang="sv-SE" dirty="0"/>
              <a:t> </a:t>
            </a:r>
            <a:r>
              <a:rPr lang="sv-SE" dirty="0" err="1"/>
              <a:t>dolor</a:t>
            </a:r>
            <a:r>
              <a:rPr lang="sv-SE" dirty="0"/>
              <a:t> </a:t>
            </a:r>
            <a:r>
              <a:rPr lang="sv-SE" dirty="0" err="1"/>
              <a:t>sit</a:t>
            </a:r>
            <a:r>
              <a:rPr lang="sv-SE" dirty="0"/>
              <a:t> </a:t>
            </a:r>
            <a:r>
              <a:rPr lang="sv-SE" dirty="0" err="1"/>
              <a:t>amet</a:t>
            </a:r>
            <a:r>
              <a:rPr lang="sv-SE" dirty="0"/>
              <a:t>, </a:t>
            </a:r>
            <a:r>
              <a:rPr lang="sv-SE" dirty="0" err="1"/>
              <a:t>consectetur</a:t>
            </a:r>
            <a:r>
              <a:rPr lang="sv-SE" dirty="0"/>
              <a:t> </a:t>
            </a:r>
            <a:r>
              <a:rPr lang="sv-SE" dirty="0" err="1"/>
              <a:t>adipiscing</a:t>
            </a:r>
            <a:r>
              <a:rPr lang="sv-SE" dirty="0"/>
              <a:t> elit. Sed non </a:t>
            </a:r>
            <a:r>
              <a:rPr lang="sv-SE" dirty="0" err="1"/>
              <a:t>risus</a:t>
            </a:r>
            <a:r>
              <a:rPr lang="sv-SE" dirty="0"/>
              <a:t>. </a:t>
            </a:r>
            <a:r>
              <a:rPr lang="sv-SE" dirty="0" err="1"/>
              <a:t>Suspendisse</a:t>
            </a:r>
            <a:r>
              <a:rPr lang="sv-SE" dirty="0"/>
              <a:t> </a:t>
            </a:r>
            <a:r>
              <a:rPr lang="sv-SE" dirty="0" err="1"/>
              <a:t>lectus</a:t>
            </a:r>
            <a:r>
              <a:rPr lang="sv-SE" dirty="0"/>
              <a:t> tortor, </a:t>
            </a:r>
            <a:r>
              <a:rPr lang="sv-SE" dirty="0" err="1"/>
              <a:t>dignissim</a:t>
            </a:r>
            <a:r>
              <a:rPr lang="sv-SE" dirty="0"/>
              <a:t> </a:t>
            </a:r>
            <a:r>
              <a:rPr lang="sv-SE" dirty="0" err="1"/>
              <a:t>sit</a:t>
            </a:r>
            <a:r>
              <a:rPr lang="sv-SE" dirty="0"/>
              <a:t> </a:t>
            </a:r>
            <a:r>
              <a:rPr lang="sv-SE" dirty="0" err="1"/>
              <a:t>amet</a:t>
            </a:r>
            <a:r>
              <a:rPr lang="sv-SE" dirty="0"/>
              <a:t>, </a:t>
            </a:r>
            <a:r>
              <a:rPr lang="sv-SE" dirty="0" err="1"/>
              <a:t>adipiscing</a:t>
            </a:r>
            <a:r>
              <a:rPr lang="sv-SE" dirty="0"/>
              <a:t> </a:t>
            </a:r>
            <a:r>
              <a:rPr lang="sv-SE" dirty="0" err="1"/>
              <a:t>nec</a:t>
            </a:r>
            <a:r>
              <a:rPr lang="sv-SE" dirty="0"/>
              <a:t>, </a:t>
            </a:r>
            <a:r>
              <a:rPr lang="sv-SE" dirty="0" err="1"/>
              <a:t>ultricies</a:t>
            </a:r>
            <a:r>
              <a:rPr lang="sv-SE" dirty="0"/>
              <a:t> sed, </a:t>
            </a:r>
            <a:r>
              <a:rPr lang="sv-SE" dirty="0" err="1"/>
              <a:t>dolor</a:t>
            </a:r>
            <a:r>
              <a:rPr lang="sv-SE" dirty="0"/>
              <a:t>.</a:t>
            </a:r>
          </a:p>
          <a:p>
            <a:r>
              <a:rPr lang="sv-SE" dirty="0"/>
              <a:t>Cras </a:t>
            </a:r>
            <a:r>
              <a:rPr lang="sv-SE" dirty="0" err="1"/>
              <a:t>elementum</a:t>
            </a:r>
            <a:r>
              <a:rPr lang="sv-SE" dirty="0"/>
              <a:t> </a:t>
            </a:r>
            <a:r>
              <a:rPr lang="sv-SE" dirty="0" err="1"/>
              <a:t>ultrices</a:t>
            </a:r>
            <a:r>
              <a:rPr lang="sv-SE" dirty="0"/>
              <a:t> diam. </a:t>
            </a:r>
            <a:r>
              <a:rPr lang="sv-SE" dirty="0" err="1"/>
              <a:t>Maecenas</a:t>
            </a:r>
            <a:r>
              <a:rPr lang="sv-SE" dirty="0"/>
              <a:t> </a:t>
            </a:r>
            <a:r>
              <a:rPr lang="sv-SE" dirty="0" err="1"/>
              <a:t>ligula</a:t>
            </a:r>
            <a:r>
              <a:rPr lang="sv-SE" dirty="0"/>
              <a:t> massa, </a:t>
            </a:r>
            <a:r>
              <a:rPr lang="sv-SE" dirty="0" err="1"/>
              <a:t>varius</a:t>
            </a:r>
            <a:r>
              <a:rPr lang="sv-SE" dirty="0"/>
              <a:t> a, </a:t>
            </a:r>
            <a:r>
              <a:rPr lang="sv-SE" dirty="0" err="1"/>
              <a:t>semper</a:t>
            </a:r>
            <a:r>
              <a:rPr lang="sv-SE" dirty="0"/>
              <a:t> </a:t>
            </a:r>
            <a:r>
              <a:rPr lang="sv-SE" dirty="0" err="1"/>
              <a:t>congue</a:t>
            </a:r>
            <a:r>
              <a:rPr lang="sv-SE" dirty="0"/>
              <a:t>, </a:t>
            </a:r>
            <a:r>
              <a:rPr lang="sv-SE" dirty="0" err="1"/>
              <a:t>euismod</a:t>
            </a:r>
            <a:r>
              <a:rPr lang="sv-SE" dirty="0"/>
              <a:t> non, mi. </a:t>
            </a:r>
            <a:r>
              <a:rPr lang="sv-SE" dirty="0" err="1"/>
              <a:t>Proin</a:t>
            </a:r>
            <a:r>
              <a:rPr lang="sv-SE" dirty="0"/>
              <a:t> porttitor, </a:t>
            </a:r>
            <a:r>
              <a:rPr lang="sv-SE" dirty="0" err="1"/>
              <a:t>orci</a:t>
            </a:r>
            <a:r>
              <a:rPr lang="sv-SE" dirty="0"/>
              <a:t> </a:t>
            </a:r>
            <a:r>
              <a:rPr lang="sv-SE" dirty="0" err="1"/>
              <a:t>nec</a:t>
            </a:r>
            <a:r>
              <a:rPr lang="sv-SE" dirty="0"/>
              <a:t> </a:t>
            </a:r>
            <a:r>
              <a:rPr lang="sv-SE" dirty="0" err="1"/>
              <a:t>nonummy</a:t>
            </a:r>
            <a:r>
              <a:rPr lang="sv-SE" dirty="0"/>
              <a:t> </a:t>
            </a:r>
            <a:r>
              <a:rPr lang="sv-SE" dirty="0" err="1"/>
              <a:t>molestie</a:t>
            </a:r>
            <a:r>
              <a:rPr lang="sv-SE" dirty="0"/>
              <a:t>, </a:t>
            </a:r>
            <a:r>
              <a:rPr lang="sv-SE" dirty="0" err="1"/>
              <a:t>enim</a:t>
            </a:r>
            <a:r>
              <a:rPr lang="sv-SE" dirty="0"/>
              <a:t> est </a:t>
            </a:r>
            <a:r>
              <a:rPr lang="sv-SE" dirty="0" err="1"/>
              <a:t>eleifend</a:t>
            </a:r>
            <a:r>
              <a:rPr lang="sv-SE" dirty="0"/>
              <a:t> mi, non </a:t>
            </a:r>
            <a:r>
              <a:rPr lang="sv-SE" dirty="0" err="1"/>
              <a:t>fermentum</a:t>
            </a:r>
            <a:r>
              <a:rPr lang="sv-SE" dirty="0"/>
              <a:t> </a:t>
            </a:r>
            <a:r>
              <a:rPr lang="sv-SE" dirty="0" err="1"/>
              <a:t>diam</a:t>
            </a:r>
            <a:r>
              <a:rPr lang="sv-SE" dirty="0"/>
              <a:t> </a:t>
            </a:r>
            <a:r>
              <a:rPr lang="sv-SE" dirty="0" err="1"/>
              <a:t>nisl</a:t>
            </a:r>
            <a:r>
              <a:rPr lang="sv-SE" dirty="0"/>
              <a:t> </a:t>
            </a:r>
            <a:r>
              <a:rPr lang="sv-SE" dirty="0" err="1"/>
              <a:t>sit</a:t>
            </a:r>
            <a:r>
              <a:rPr lang="sv-SE" dirty="0"/>
              <a:t> </a:t>
            </a:r>
            <a:r>
              <a:rPr lang="sv-SE" dirty="0" err="1"/>
              <a:t>amet</a:t>
            </a:r>
            <a:r>
              <a:rPr lang="sv-SE" dirty="0"/>
              <a:t> erat.</a:t>
            </a:r>
          </a:p>
          <a:p>
            <a:r>
              <a:rPr lang="sv-SE" dirty="0" err="1"/>
              <a:t>Duis</a:t>
            </a:r>
            <a:r>
              <a:rPr lang="sv-SE" dirty="0"/>
              <a:t> </a:t>
            </a:r>
            <a:r>
              <a:rPr lang="sv-SE" dirty="0" err="1"/>
              <a:t>semper</a:t>
            </a:r>
            <a:r>
              <a:rPr lang="sv-SE" dirty="0"/>
              <a:t>. </a:t>
            </a:r>
            <a:r>
              <a:rPr lang="sv-SE" dirty="0" err="1"/>
              <a:t>Duis</a:t>
            </a:r>
            <a:r>
              <a:rPr lang="sv-SE" dirty="0"/>
              <a:t> </a:t>
            </a:r>
            <a:r>
              <a:rPr lang="sv-SE" dirty="0" err="1"/>
              <a:t>arcu</a:t>
            </a:r>
            <a:r>
              <a:rPr lang="sv-SE" dirty="0"/>
              <a:t> massa, </a:t>
            </a:r>
            <a:r>
              <a:rPr lang="sv-SE" dirty="0" err="1"/>
              <a:t>scelerisque</a:t>
            </a:r>
            <a:r>
              <a:rPr lang="sv-SE" dirty="0"/>
              <a:t> vitae, </a:t>
            </a:r>
            <a:r>
              <a:rPr lang="sv-SE" dirty="0" err="1"/>
              <a:t>consequat</a:t>
            </a:r>
            <a:r>
              <a:rPr lang="sv-SE" dirty="0"/>
              <a:t> in, </a:t>
            </a:r>
            <a:r>
              <a:rPr lang="sv-SE" dirty="0" err="1"/>
              <a:t>pretium</a:t>
            </a:r>
            <a:r>
              <a:rPr lang="sv-SE" dirty="0"/>
              <a:t> a, </a:t>
            </a:r>
            <a:r>
              <a:rPr lang="sv-SE" dirty="0" err="1"/>
              <a:t>enim</a:t>
            </a:r>
            <a:r>
              <a:rPr lang="sv-SE" dirty="0"/>
              <a:t>. </a:t>
            </a:r>
            <a:r>
              <a:rPr lang="sv-SE" dirty="0" err="1"/>
              <a:t>Pellentesque</a:t>
            </a:r>
            <a:r>
              <a:rPr lang="sv-SE" dirty="0"/>
              <a:t> </a:t>
            </a:r>
            <a:r>
              <a:rPr lang="sv-SE" dirty="0" err="1"/>
              <a:t>congue</a:t>
            </a:r>
            <a:r>
              <a:rPr lang="sv-SE" dirty="0"/>
              <a:t>. Ut in </a:t>
            </a:r>
            <a:r>
              <a:rPr lang="sv-SE" dirty="0" err="1"/>
              <a:t>risus</a:t>
            </a:r>
            <a:r>
              <a:rPr lang="sv-SE" dirty="0"/>
              <a:t> </a:t>
            </a:r>
            <a:r>
              <a:rPr lang="sv-SE" dirty="0" err="1"/>
              <a:t>volutpat</a:t>
            </a:r>
            <a:r>
              <a:rPr lang="sv-SE" dirty="0"/>
              <a:t> libero </a:t>
            </a:r>
            <a:r>
              <a:rPr lang="sv-SE" dirty="0" err="1"/>
              <a:t>pharetra</a:t>
            </a:r>
            <a:r>
              <a:rPr lang="sv-SE" dirty="0"/>
              <a:t> </a:t>
            </a:r>
            <a:r>
              <a:rPr lang="sv-SE" dirty="0" err="1"/>
              <a:t>tempor</a:t>
            </a:r>
            <a:r>
              <a:rPr lang="sv-SE" dirty="0"/>
              <a:t>.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EF4934FA-C1E4-CBA1-59C9-2C2217457F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21110" y="2171700"/>
            <a:ext cx="5502590" cy="399415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1800" b="1" spc="-70" baseline="0">
                <a:solidFill>
                  <a:schemeClr val="tx1"/>
                </a:solidFill>
              </a:defRPr>
            </a:lvl1pPr>
          </a:lstStyle>
          <a:p>
            <a:r>
              <a:rPr lang="sv-SE" dirty="0" err="1"/>
              <a:t>Lorem</a:t>
            </a:r>
            <a:r>
              <a:rPr lang="sv-SE" dirty="0"/>
              <a:t> </a:t>
            </a:r>
            <a:r>
              <a:rPr lang="sv-SE" dirty="0" err="1"/>
              <a:t>ipsum</a:t>
            </a:r>
            <a:r>
              <a:rPr lang="sv-SE" dirty="0"/>
              <a:t> </a:t>
            </a:r>
            <a:r>
              <a:rPr lang="sv-SE" dirty="0" err="1"/>
              <a:t>dolor</a:t>
            </a:r>
            <a:r>
              <a:rPr lang="sv-SE" dirty="0"/>
              <a:t> </a:t>
            </a:r>
            <a:r>
              <a:rPr lang="sv-SE" dirty="0" err="1"/>
              <a:t>sit</a:t>
            </a:r>
            <a:r>
              <a:rPr lang="sv-SE" dirty="0"/>
              <a:t> </a:t>
            </a:r>
            <a:r>
              <a:rPr lang="sv-SE" dirty="0" err="1"/>
              <a:t>amet</a:t>
            </a:r>
            <a:r>
              <a:rPr lang="sv-SE" dirty="0"/>
              <a:t>, </a:t>
            </a:r>
            <a:r>
              <a:rPr lang="sv-SE" dirty="0" err="1"/>
              <a:t>consectetur</a:t>
            </a:r>
            <a:r>
              <a:rPr lang="sv-SE" dirty="0"/>
              <a:t> </a:t>
            </a:r>
            <a:r>
              <a:rPr lang="sv-SE" dirty="0" err="1"/>
              <a:t>adipiscing</a:t>
            </a:r>
            <a:r>
              <a:rPr lang="sv-SE" dirty="0"/>
              <a:t> elit. Sed non </a:t>
            </a:r>
            <a:r>
              <a:rPr lang="sv-SE" dirty="0" err="1"/>
              <a:t>risus</a:t>
            </a:r>
            <a:r>
              <a:rPr lang="sv-SE" dirty="0"/>
              <a:t>. </a:t>
            </a:r>
            <a:r>
              <a:rPr lang="sv-SE" dirty="0" err="1"/>
              <a:t>Suspendisse</a:t>
            </a:r>
            <a:r>
              <a:rPr lang="sv-SE" dirty="0"/>
              <a:t> </a:t>
            </a:r>
            <a:r>
              <a:rPr lang="sv-SE" dirty="0" err="1"/>
              <a:t>lectus</a:t>
            </a:r>
            <a:r>
              <a:rPr lang="sv-SE" dirty="0"/>
              <a:t> tortor, </a:t>
            </a:r>
            <a:r>
              <a:rPr lang="sv-SE" dirty="0" err="1"/>
              <a:t>dignissim</a:t>
            </a:r>
            <a:r>
              <a:rPr lang="sv-SE" dirty="0"/>
              <a:t> </a:t>
            </a:r>
            <a:r>
              <a:rPr lang="sv-SE" dirty="0" err="1"/>
              <a:t>sit</a:t>
            </a:r>
            <a:r>
              <a:rPr lang="sv-SE" dirty="0"/>
              <a:t> </a:t>
            </a:r>
            <a:r>
              <a:rPr lang="sv-SE" dirty="0" err="1"/>
              <a:t>amet</a:t>
            </a:r>
            <a:r>
              <a:rPr lang="sv-SE" dirty="0"/>
              <a:t>, </a:t>
            </a:r>
            <a:r>
              <a:rPr lang="sv-SE" dirty="0" err="1"/>
              <a:t>adipiscing</a:t>
            </a:r>
            <a:r>
              <a:rPr lang="sv-SE" dirty="0"/>
              <a:t> </a:t>
            </a:r>
            <a:r>
              <a:rPr lang="sv-SE" dirty="0" err="1"/>
              <a:t>nec</a:t>
            </a:r>
            <a:r>
              <a:rPr lang="sv-SE" dirty="0"/>
              <a:t>, </a:t>
            </a:r>
            <a:r>
              <a:rPr lang="sv-SE" dirty="0" err="1"/>
              <a:t>ultricies</a:t>
            </a:r>
            <a:r>
              <a:rPr lang="sv-SE" dirty="0"/>
              <a:t> sed, </a:t>
            </a:r>
            <a:r>
              <a:rPr lang="sv-SE" dirty="0" err="1"/>
              <a:t>dolor</a:t>
            </a:r>
            <a:r>
              <a:rPr lang="sv-SE" dirty="0"/>
              <a:t>.</a:t>
            </a:r>
          </a:p>
          <a:p>
            <a:r>
              <a:rPr lang="sv-SE" dirty="0"/>
              <a:t>Cras </a:t>
            </a:r>
            <a:r>
              <a:rPr lang="sv-SE" dirty="0" err="1"/>
              <a:t>elementum</a:t>
            </a:r>
            <a:r>
              <a:rPr lang="sv-SE" dirty="0"/>
              <a:t> </a:t>
            </a:r>
            <a:r>
              <a:rPr lang="sv-SE" dirty="0" err="1"/>
              <a:t>ultrices</a:t>
            </a:r>
            <a:r>
              <a:rPr lang="sv-SE" dirty="0"/>
              <a:t> diam. </a:t>
            </a:r>
            <a:r>
              <a:rPr lang="sv-SE" dirty="0" err="1"/>
              <a:t>Maecenas</a:t>
            </a:r>
            <a:r>
              <a:rPr lang="sv-SE" dirty="0"/>
              <a:t> </a:t>
            </a:r>
            <a:r>
              <a:rPr lang="sv-SE" dirty="0" err="1"/>
              <a:t>ligula</a:t>
            </a:r>
            <a:r>
              <a:rPr lang="sv-SE" dirty="0"/>
              <a:t> massa, </a:t>
            </a:r>
            <a:r>
              <a:rPr lang="sv-SE" dirty="0" err="1"/>
              <a:t>varius</a:t>
            </a:r>
            <a:r>
              <a:rPr lang="sv-SE" dirty="0"/>
              <a:t> a, </a:t>
            </a:r>
            <a:r>
              <a:rPr lang="sv-SE" dirty="0" err="1"/>
              <a:t>semper</a:t>
            </a:r>
            <a:r>
              <a:rPr lang="sv-SE" dirty="0"/>
              <a:t> </a:t>
            </a:r>
            <a:r>
              <a:rPr lang="sv-SE" dirty="0" err="1"/>
              <a:t>congue</a:t>
            </a:r>
            <a:r>
              <a:rPr lang="sv-SE" dirty="0"/>
              <a:t>, </a:t>
            </a:r>
            <a:r>
              <a:rPr lang="sv-SE" dirty="0" err="1"/>
              <a:t>euismod</a:t>
            </a:r>
            <a:r>
              <a:rPr lang="sv-SE" dirty="0"/>
              <a:t> non, mi. </a:t>
            </a:r>
            <a:r>
              <a:rPr lang="sv-SE" dirty="0" err="1"/>
              <a:t>Proin</a:t>
            </a:r>
            <a:r>
              <a:rPr lang="sv-SE" dirty="0"/>
              <a:t> porttitor, </a:t>
            </a:r>
            <a:r>
              <a:rPr lang="sv-SE" dirty="0" err="1"/>
              <a:t>orci</a:t>
            </a:r>
            <a:r>
              <a:rPr lang="sv-SE" dirty="0"/>
              <a:t> </a:t>
            </a:r>
            <a:r>
              <a:rPr lang="sv-SE" dirty="0" err="1"/>
              <a:t>nec</a:t>
            </a:r>
            <a:r>
              <a:rPr lang="sv-SE" dirty="0"/>
              <a:t> </a:t>
            </a:r>
            <a:r>
              <a:rPr lang="sv-SE" dirty="0" err="1"/>
              <a:t>nonummy</a:t>
            </a:r>
            <a:r>
              <a:rPr lang="sv-SE" dirty="0"/>
              <a:t> </a:t>
            </a:r>
            <a:r>
              <a:rPr lang="sv-SE" dirty="0" err="1"/>
              <a:t>molestie</a:t>
            </a:r>
            <a:r>
              <a:rPr lang="sv-SE" dirty="0"/>
              <a:t>, </a:t>
            </a:r>
            <a:r>
              <a:rPr lang="sv-SE" dirty="0" err="1"/>
              <a:t>enim</a:t>
            </a:r>
            <a:r>
              <a:rPr lang="sv-SE" dirty="0"/>
              <a:t> est </a:t>
            </a:r>
            <a:r>
              <a:rPr lang="sv-SE" dirty="0" err="1"/>
              <a:t>eleifend</a:t>
            </a:r>
            <a:r>
              <a:rPr lang="sv-SE" dirty="0"/>
              <a:t> mi, non </a:t>
            </a:r>
            <a:r>
              <a:rPr lang="sv-SE" dirty="0" err="1"/>
              <a:t>fermentum</a:t>
            </a:r>
            <a:r>
              <a:rPr lang="sv-SE" dirty="0"/>
              <a:t> </a:t>
            </a:r>
            <a:r>
              <a:rPr lang="sv-SE" dirty="0" err="1"/>
              <a:t>diam</a:t>
            </a:r>
            <a:r>
              <a:rPr lang="sv-SE" dirty="0"/>
              <a:t> </a:t>
            </a:r>
            <a:r>
              <a:rPr lang="sv-SE" dirty="0" err="1"/>
              <a:t>nisl</a:t>
            </a:r>
            <a:r>
              <a:rPr lang="sv-SE" dirty="0"/>
              <a:t> </a:t>
            </a:r>
            <a:r>
              <a:rPr lang="sv-SE" dirty="0" err="1"/>
              <a:t>sit</a:t>
            </a:r>
            <a:r>
              <a:rPr lang="sv-SE" dirty="0"/>
              <a:t> </a:t>
            </a:r>
            <a:r>
              <a:rPr lang="sv-SE" dirty="0" err="1"/>
              <a:t>amet</a:t>
            </a:r>
            <a:r>
              <a:rPr lang="sv-SE" dirty="0"/>
              <a:t> erat.</a:t>
            </a:r>
          </a:p>
          <a:p>
            <a:r>
              <a:rPr lang="sv-SE" dirty="0" err="1"/>
              <a:t>Duis</a:t>
            </a:r>
            <a:r>
              <a:rPr lang="sv-SE" dirty="0"/>
              <a:t> </a:t>
            </a:r>
            <a:r>
              <a:rPr lang="sv-SE" dirty="0" err="1"/>
              <a:t>semper</a:t>
            </a:r>
            <a:r>
              <a:rPr lang="sv-SE" dirty="0"/>
              <a:t>. </a:t>
            </a:r>
            <a:r>
              <a:rPr lang="sv-SE" dirty="0" err="1"/>
              <a:t>Duis</a:t>
            </a:r>
            <a:r>
              <a:rPr lang="sv-SE" dirty="0"/>
              <a:t> </a:t>
            </a:r>
            <a:r>
              <a:rPr lang="sv-SE" dirty="0" err="1"/>
              <a:t>arcu</a:t>
            </a:r>
            <a:r>
              <a:rPr lang="sv-SE" dirty="0"/>
              <a:t> massa, </a:t>
            </a:r>
            <a:r>
              <a:rPr lang="sv-SE" dirty="0" err="1"/>
              <a:t>scelerisque</a:t>
            </a:r>
            <a:r>
              <a:rPr lang="sv-SE" dirty="0"/>
              <a:t> vitae, </a:t>
            </a:r>
            <a:r>
              <a:rPr lang="sv-SE" dirty="0" err="1"/>
              <a:t>consequat</a:t>
            </a:r>
            <a:r>
              <a:rPr lang="sv-SE" dirty="0"/>
              <a:t> in, </a:t>
            </a:r>
            <a:r>
              <a:rPr lang="sv-SE" dirty="0" err="1"/>
              <a:t>pretium</a:t>
            </a:r>
            <a:r>
              <a:rPr lang="sv-SE" dirty="0"/>
              <a:t> a, </a:t>
            </a:r>
            <a:r>
              <a:rPr lang="sv-SE" dirty="0" err="1"/>
              <a:t>enim</a:t>
            </a:r>
            <a:r>
              <a:rPr lang="sv-SE" dirty="0"/>
              <a:t>. </a:t>
            </a:r>
            <a:r>
              <a:rPr lang="sv-SE" dirty="0" err="1"/>
              <a:t>Pellentesque</a:t>
            </a:r>
            <a:r>
              <a:rPr lang="sv-SE" dirty="0"/>
              <a:t> </a:t>
            </a:r>
            <a:r>
              <a:rPr lang="sv-SE" dirty="0" err="1"/>
              <a:t>congue</a:t>
            </a:r>
            <a:r>
              <a:rPr lang="sv-SE" dirty="0"/>
              <a:t>. Ut in </a:t>
            </a:r>
            <a:r>
              <a:rPr lang="sv-SE" dirty="0" err="1"/>
              <a:t>risus</a:t>
            </a:r>
            <a:r>
              <a:rPr lang="sv-SE" dirty="0"/>
              <a:t> </a:t>
            </a:r>
            <a:r>
              <a:rPr lang="sv-SE" dirty="0" err="1"/>
              <a:t>volutpat</a:t>
            </a:r>
            <a:r>
              <a:rPr lang="sv-SE" dirty="0"/>
              <a:t> libero </a:t>
            </a:r>
            <a:r>
              <a:rPr lang="sv-SE" dirty="0" err="1"/>
              <a:t>pharetra</a:t>
            </a:r>
            <a:r>
              <a:rPr lang="sv-SE" dirty="0"/>
              <a:t> </a:t>
            </a:r>
            <a:r>
              <a:rPr lang="sv-SE" dirty="0" err="1"/>
              <a:t>tempor</a:t>
            </a:r>
            <a:r>
              <a:rPr lang="sv-SE" dirty="0"/>
              <a:t>.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C8F51E8-2D1C-4001-0520-78E621C33B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69B53CD-4D42-4C75-9ADC-DBD34BDEB5A2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EC310F8-E1EC-7D47-A348-50075C8D7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A069777-F105-FACA-DF5D-38DB3DC2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E6619F8C-5C5F-45C4-867D-26540600E532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4" name="Bild 3">
            <a:extLst>
              <a:ext uri="{FF2B5EF4-FFF2-40B4-BE49-F238E27FC236}">
                <a16:creationId xmlns:a16="http://schemas.microsoft.com/office/drawing/2014/main" id="{DB314DBC-19A8-C3B7-6346-FB6C4F56E7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21351" y="6434932"/>
            <a:ext cx="1295999" cy="28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032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>
          <p15:clr>
            <a:srgbClr val="FBAE40"/>
          </p15:clr>
        </p15:guide>
        <p15:guide id="2" orient="horz" pos="3884">
          <p15:clr>
            <a:srgbClr val="FBAE40"/>
          </p15:clr>
        </p15:guide>
        <p15:guide id="3" pos="3704">
          <p15:clr>
            <a:srgbClr val="FBAE40"/>
          </p15:clr>
        </p15:guide>
        <p15:guide id="4" pos="3976">
          <p15:clr>
            <a:srgbClr val="FBAE40"/>
          </p15:clr>
        </p15:guide>
        <p15:guide id="5" pos="7446">
          <p15:clr>
            <a:srgbClr val="FBAE40"/>
          </p15:clr>
        </p15:guide>
        <p15:guide id="6" pos="23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ängre texter, 2 kolumner, bei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5">
            <a:extLst>
              <a:ext uri="{FF2B5EF4-FFF2-40B4-BE49-F238E27FC236}">
                <a16:creationId xmlns:a16="http://schemas.microsoft.com/office/drawing/2014/main" id="{E54DD583-56FE-1F43-4A35-86AA87A9F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09" y="339725"/>
            <a:ext cx="10152854" cy="1468438"/>
          </a:xfrm>
        </p:spPr>
        <p:txBody>
          <a:bodyPr/>
          <a:lstStyle>
            <a:lvl1pPr>
              <a:defRPr sz="4800" baseline="0">
                <a:solidFill>
                  <a:schemeClr val="accent1"/>
                </a:solidFill>
              </a:defRPr>
            </a:lvl1pPr>
          </a:lstStyle>
          <a:p>
            <a:r>
              <a:rPr lang="sv-SE" dirty="0"/>
              <a:t>Klicka här för att ändra mall för rubrikformat</a:t>
            </a:r>
            <a:endParaRPr lang="en-GB" dirty="0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303C4225-BF56-E260-0BCE-BFE842B50B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7510" y="2171700"/>
            <a:ext cx="5502590" cy="399415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1800" b="1" spc="-70" baseline="0">
                <a:solidFill>
                  <a:schemeClr val="tx1"/>
                </a:solidFill>
              </a:defRPr>
            </a:lvl1pPr>
          </a:lstStyle>
          <a:p>
            <a:r>
              <a:rPr lang="sv-SE" dirty="0" err="1"/>
              <a:t>Lorem</a:t>
            </a:r>
            <a:r>
              <a:rPr lang="sv-SE" dirty="0"/>
              <a:t> </a:t>
            </a:r>
            <a:r>
              <a:rPr lang="sv-SE" dirty="0" err="1"/>
              <a:t>ipsum</a:t>
            </a:r>
            <a:r>
              <a:rPr lang="sv-SE" dirty="0"/>
              <a:t> </a:t>
            </a:r>
            <a:r>
              <a:rPr lang="sv-SE" dirty="0" err="1"/>
              <a:t>dolor</a:t>
            </a:r>
            <a:r>
              <a:rPr lang="sv-SE" dirty="0"/>
              <a:t> </a:t>
            </a:r>
            <a:r>
              <a:rPr lang="sv-SE" dirty="0" err="1"/>
              <a:t>sit</a:t>
            </a:r>
            <a:r>
              <a:rPr lang="sv-SE" dirty="0"/>
              <a:t> </a:t>
            </a:r>
            <a:r>
              <a:rPr lang="sv-SE" dirty="0" err="1"/>
              <a:t>amet</a:t>
            </a:r>
            <a:r>
              <a:rPr lang="sv-SE" dirty="0"/>
              <a:t>, </a:t>
            </a:r>
            <a:r>
              <a:rPr lang="sv-SE" dirty="0" err="1"/>
              <a:t>consectetur</a:t>
            </a:r>
            <a:r>
              <a:rPr lang="sv-SE" dirty="0"/>
              <a:t> </a:t>
            </a:r>
            <a:r>
              <a:rPr lang="sv-SE" dirty="0" err="1"/>
              <a:t>adipiscing</a:t>
            </a:r>
            <a:r>
              <a:rPr lang="sv-SE" dirty="0"/>
              <a:t> elit. Sed non </a:t>
            </a:r>
            <a:r>
              <a:rPr lang="sv-SE" dirty="0" err="1"/>
              <a:t>risus</a:t>
            </a:r>
            <a:r>
              <a:rPr lang="sv-SE" dirty="0"/>
              <a:t>. </a:t>
            </a:r>
            <a:r>
              <a:rPr lang="sv-SE" dirty="0" err="1"/>
              <a:t>Suspendisse</a:t>
            </a:r>
            <a:r>
              <a:rPr lang="sv-SE" dirty="0"/>
              <a:t> </a:t>
            </a:r>
            <a:r>
              <a:rPr lang="sv-SE" dirty="0" err="1"/>
              <a:t>lectus</a:t>
            </a:r>
            <a:r>
              <a:rPr lang="sv-SE" dirty="0"/>
              <a:t> tortor, </a:t>
            </a:r>
            <a:r>
              <a:rPr lang="sv-SE" dirty="0" err="1"/>
              <a:t>dignissim</a:t>
            </a:r>
            <a:r>
              <a:rPr lang="sv-SE" dirty="0"/>
              <a:t> </a:t>
            </a:r>
            <a:r>
              <a:rPr lang="sv-SE" dirty="0" err="1"/>
              <a:t>sit</a:t>
            </a:r>
            <a:r>
              <a:rPr lang="sv-SE" dirty="0"/>
              <a:t> </a:t>
            </a:r>
            <a:r>
              <a:rPr lang="sv-SE" dirty="0" err="1"/>
              <a:t>amet</a:t>
            </a:r>
            <a:r>
              <a:rPr lang="sv-SE" dirty="0"/>
              <a:t>, </a:t>
            </a:r>
            <a:r>
              <a:rPr lang="sv-SE" dirty="0" err="1"/>
              <a:t>adipiscing</a:t>
            </a:r>
            <a:r>
              <a:rPr lang="sv-SE" dirty="0"/>
              <a:t> </a:t>
            </a:r>
            <a:r>
              <a:rPr lang="sv-SE" dirty="0" err="1"/>
              <a:t>nec</a:t>
            </a:r>
            <a:r>
              <a:rPr lang="sv-SE" dirty="0"/>
              <a:t>, </a:t>
            </a:r>
            <a:r>
              <a:rPr lang="sv-SE" dirty="0" err="1"/>
              <a:t>ultricies</a:t>
            </a:r>
            <a:r>
              <a:rPr lang="sv-SE" dirty="0"/>
              <a:t> sed, </a:t>
            </a:r>
            <a:r>
              <a:rPr lang="sv-SE" dirty="0" err="1"/>
              <a:t>dolor</a:t>
            </a:r>
            <a:r>
              <a:rPr lang="sv-SE" dirty="0"/>
              <a:t>.</a:t>
            </a:r>
          </a:p>
          <a:p>
            <a:r>
              <a:rPr lang="sv-SE" dirty="0"/>
              <a:t>Cras </a:t>
            </a:r>
            <a:r>
              <a:rPr lang="sv-SE" dirty="0" err="1"/>
              <a:t>elementum</a:t>
            </a:r>
            <a:r>
              <a:rPr lang="sv-SE" dirty="0"/>
              <a:t> </a:t>
            </a:r>
            <a:r>
              <a:rPr lang="sv-SE" dirty="0" err="1"/>
              <a:t>ultrices</a:t>
            </a:r>
            <a:r>
              <a:rPr lang="sv-SE" dirty="0"/>
              <a:t> diam. </a:t>
            </a:r>
            <a:r>
              <a:rPr lang="sv-SE" dirty="0" err="1"/>
              <a:t>Maecenas</a:t>
            </a:r>
            <a:r>
              <a:rPr lang="sv-SE" dirty="0"/>
              <a:t> </a:t>
            </a:r>
            <a:r>
              <a:rPr lang="sv-SE" dirty="0" err="1"/>
              <a:t>ligula</a:t>
            </a:r>
            <a:r>
              <a:rPr lang="sv-SE" dirty="0"/>
              <a:t> massa, </a:t>
            </a:r>
            <a:r>
              <a:rPr lang="sv-SE" dirty="0" err="1"/>
              <a:t>varius</a:t>
            </a:r>
            <a:r>
              <a:rPr lang="sv-SE" dirty="0"/>
              <a:t> a, </a:t>
            </a:r>
            <a:r>
              <a:rPr lang="sv-SE" dirty="0" err="1"/>
              <a:t>semper</a:t>
            </a:r>
            <a:r>
              <a:rPr lang="sv-SE" dirty="0"/>
              <a:t> </a:t>
            </a:r>
            <a:r>
              <a:rPr lang="sv-SE" dirty="0" err="1"/>
              <a:t>congue</a:t>
            </a:r>
            <a:r>
              <a:rPr lang="sv-SE" dirty="0"/>
              <a:t>, </a:t>
            </a:r>
            <a:r>
              <a:rPr lang="sv-SE" dirty="0" err="1"/>
              <a:t>euismod</a:t>
            </a:r>
            <a:r>
              <a:rPr lang="sv-SE" dirty="0"/>
              <a:t> non, mi. </a:t>
            </a:r>
            <a:r>
              <a:rPr lang="sv-SE" dirty="0" err="1"/>
              <a:t>Proin</a:t>
            </a:r>
            <a:r>
              <a:rPr lang="sv-SE" dirty="0"/>
              <a:t> porttitor, </a:t>
            </a:r>
            <a:r>
              <a:rPr lang="sv-SE" dirty="0" err="1"/>
              <a:t>orci</a:t>
            </a:r>
            <a:r>
              <a:rPr lang="sv-SE" dirty="0"/>
              <a:t> </a:t>
            </a:r>
            <a:r>
              <a:rPr lang="sv-SE" dirty="0" err="1"/>
              <a:t>nec</a:t>
            </a:r>
            <a:r>
              <a:rPr lang="sv-SE" dirty="0"/>
              <a:t> </a:t>
            </a:r>
            <a:r>
              <a:rPr lang="sv-SE" dirty="0" err="1"/>
              <a:t>nonummy</a:t>
            </a:r>
            <a:r>
              <a:rPr lang="sv-SE" dirty="0"/>
              <a:t> </a:t>
            </a:r>
            <a:r>
              <a:rPr lang="sv-SE" dirty="0" err="1"/>
              <a:t>molestie</a:t>
            </a:r>
            <a:r>
              <a:rPr lang="sv-SE" dirty="0"/>
              <a:t>, </a:t>
            </a:r>
            <a:r>
              <a:rPr lang="sv-SE" dirty="0" err="1"/>
              <a:t>enim</a:t>
            </a:r>
            <a:r>
              <a:rPr lang="sv-SE" dirty="0"/>
              <a:t> est </a:t>
            </a:r>
            <a:r>
              <a:rPr lang="sv-SE" dirty="0" err="1"/>
              <a:t>eleifend</a:t>
            </a:r>
            <a:r>
              <a:rPr lang="sv-SE" dirty="0"/>
              <a:t> mi, non </a:t>
            </a:r>
            <a:r>
              <a:rPr lang="sv-SE" dirty="0" err="1"/>
              <a:t>fermentum</a:t>
            </a:r>
            <a:r>
              <a:rPr lang="sv-SE" dirty="0"/>
              <a:t> </a:t>
            </a:r>
            <a:r>
              <a:rPr lang="sv-SE" dirty="0" err="1"/>
              <a:t>diam</a:t>
            </a:r>
            <a:r>
              <a:rPr lang="sv-SE" dirty="0"/>
              <a:t> </a:t>
            </a:r>
            <a:r>
              <a:rPr lang="sv-SE" dirty="0" err="1"/>
              <a:t>nisl</a:t>
            </a:r>
            <a:r>
              <a:rPr lang="sv-SE" dirty="0"/>
              <a:t> </a:t>
            </a:r>
            <a:r>
              <a:rPr lang="sv-SE" dirty="0" err="1"/>
              <a:t>sit</a:t>
            </a:r>
            <a:r>
              <a:rPr lang="sv-SE" dirty="0"/>
              <a:t> </a:t>
            </a:r>
            <a:r>
              <a:rPr lang="sv-SE" dirty="0" err="1"/>
              <a:t>amet</a:t>
            </a:r>
            <a:r>
              <a:rPr lang="sv-SE" dirty="0"/>
              <a:t> erat.</a:t>
            </a:r>
          </a:p>
          <a:p>
            <a:r>
              <a:rPr lang="sv-SE" dirty="0" err="1"/>
              <a:t>Duis</a:t>
            </a:r>
            <a:r>
              <a:rPr lang="sv-SE" dirty="0"/>
              <a:t> </a:t>
            </a:r>
            <a:r>
              <a:rPr lang="sv-SE" dirty="0" err="1"/>
              <a:t>semper</a:t>
            </a:r>
            <a:r>
              <a:rPr lang="sv-SE" dirty="0"/>
              <a:t>. </a:t>
            </a:r>
            <a:r>
              <a:rPr lang="sv-SE" dirty="0" err="1"/>
              <a:t>Duis</a:t>
            </a:r>
            <a:r>
              <a:rPr lang="sv-SE" dirty="0"/>
              <a:t> </a:t>
            </a:r>
            <a:r>
              <a:rPr lang="sv-SE" dirty="0" err="1"/>
              <a:t>arcu</a:t>
            </a:r>
            <a:r>
              <a:rPr lang="sv-SE" dirty="0"/>
              <a:t> massa, </a:t>
            </a:r>
            <a:r>
              <a:rPr lang="sv-SE" dirty="0" err="1"/>
              <a:t>scelerisque</a:t>
            </a:r>
            <a:r>
              <a:rPr lang="sv-SE" dirty="0"/>
              <a:t> vitae, </a:t>
            </a:r>
            <a:r>
              <a:rPr lang="sv-SE" dirty="0" err="1"/>
              <a:t>consequat</a:t>
            </a:r>
            <a:r>
              <a:rPr lang="sv-SE" dirty="0"/>
              <a:t> in, </a:t>
            </a:r>
            <a:r>
              <a:rPr lang="sv-SE" dirty="0" err="1"/>
              <a:t>pretium</a:t>
            </a:r>
            <a:r>
              <a:rPr lang="sv-SE" dirty="0"/>
              <a:t> a, </a:t>
            </a:r>
            <a:r>
              <a:rPr lang="sv-SE" dirty="0" err="1"/>
              <a:t>enim</a:t>
            </a:r>
            <a:r>
              <a:rPr lang="sv-SE" dirty="0"/>
              <a:t>. </a:t>
            </a:r>
            <a:r>
              <a:rPr lang="sv-SE" dirty="0" err="1"/>
              <a:t>Pellentesque</a:t>
            </a:r>
            <a:r>
              <a:rPr lang="sv-SE" dirty="0"/>
              <a:t> </a:t>
            </a:r>
            <a:r>
              <a:rPr lang="sv-SE" dirty="0" err="1"/>
              <a:t>congue</a:t>
            </a:r>
            <a:r>
              <a:rPr lang="sv-SE" dirty="0"/>
              <a:t>. Ut in </a:t>
            </a:r>
            <a:r>
              <a:rPr lang="sv-SE" dirty="0" err="1"/>
              <a:t>risus</a:t>
            </a:r>
            <a:r>
              <a:rPr lang="sv-SE" dirty="0"/>
              <a:t> </a:t>
            </a:r>
            <a:r>
              <a:rPr lang="sv-SE" dirty="0" err="1"/>
              <a:t>volutpat</a:t>
            </a:r>
            <a:r>
              <a:rPr lang="sv-SE" dirty="0"/>
              <a:t> libero </a:t>
            </a:r>
            <a:r>
              <a:rPr lang="sv-SE" dirty="0" err="1"/>
              <a:t>pharetra</a:t>
            </a:r>
            <a:r>
              <a:rPr lang="sv-SE" dirty="0"/>
              <a:t> </a:t>
            </a:r>
            <a:r>
              <a:rPr lang="sv-SE" dirty="0" err="1"/>
              <a:t>tempor</a:t>
            </a:r>
            <a:r>
              <a:rPr lang="sv-SE" dirty="0"/>
              <a:t>.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EF4934FA-C1E4-CBA1-59C9-2C2217457F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21110" y="2171700"/>
            <a:ext cx="5502590" cy="399415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1800" b="1" spc="-70" baseline="0">
                <a:solidFill>
                  <a:schemeClr val="tx1"/>
                </a:solidFill>
              </a:defRPr>
            </a:lvl1pPr>
          </a:lstStyle>
          <a:p>
            <a:r>
              <a:rPr lang="sv-SE" dirty="0" err="1"/>
              <a:t>Lorem</a:t>
            </a:r>
            <a:r>
              <a:rPr lang="sv-SE" dirty="0"/>
              <a:t> </a:t>
            </a:r>
            <a:r>
              <a:rPr lang="sv-SE" dirty="0" err="1"/>
              <a:t>ipsum</a:t>
            </a:r>
            <a:r>
              <a:rPr lang="sv-SE" dirty="0"/>
              <a:t> </a:t>
            </a:r>
            <a:r>
              <a:rPr lang="sv-SE" dirty="0" err="1"/>
              <a:t>dolor</a:t>
            </a:r>
            <a:r>
              <a:rPr lang="sv-SE" dirty="0"/>
              <a:t> </a:t>
            </a:r>
            <a:r>
              <a:rPr lang="sv-SE" dirty="0" err="1"/>
              <a:t>sit</a:t>
            </a:r>
            <a:r>
              <a:rPr lang="sv-SE" dirty="0"/>
              <a:t> </a:t>
            </a:r>
            <a:r>
              <a:rPr lang="sv-SE" dirty="0" err="1"/>
              <a:t>amet</a:t>
            </a:r>
            <a:r>
              <a:rPr lang="sv-SE" dirty="0"/>
              <a:t>, </a:t>
            </a:r>
            <a:r>
              <a:rPr lang="sv-SE" dirty="0" err="1"/>
              <a:t>consectetur</a:t>
            </a:r>
            <a:r>
              <a:rPr lang="sv-SE" dirty="0"/>
              <a:t> </a:t>
            </a:r>
            <a:r>
              <a:rPr lang="sv-SE" dirty="0" err="1"/>
              <a:t>adipiscing</a:t>
            </a:r>
            <a:r>
              <a:rPr lang="sv-SE" dirty="0"/>
              <a:t> elit. Sed non </a:t>
            </a:r>
            <a:r>
              <a:rPr lang="sv-SE" dirty="0" err="1"/>
              <a:t>risus</a:t>
            </a:r>
            <a:r>
              <a:rPr lang="sv-SE" dirty="0"/>
              <a:t>. </a:t>
            </a:r>
            <a:r>
              <a:rPr lang="sv-SE" dirty="0" err="1"/>
              <a:t>Suspendisse</a:t>
            </a:r>
            <a:r>
              <a:rPr lang="sv-SE" dirty="0"/>
              <a:t> </a:t>
            </a:r>
            <a:r>
              <a:rPr lang="sv-SE" dirty="0" err="1"/>
              <a:t>lectus</a:t>
            </a:r>
            <a:r>
              <a:rPr lang="sv-SE" dirty="0"/>
              <a:t> tortor, </a:t>
            </a:r>
            <a:r>
              <a:rPr lang="sv-SE" dirty="0" err="1"/>
              <a:t>dignissim</a:t>
            </a:r>
            <a:r>
              <a:rPr lang="sv-SE" dirty="0"/>
              <a:t> </a:t>
            </a:r>
            <a:r>
              <a:rPr lang="sv-SE" dirty="0" err="1"/>
              <a:t>sit</a:t>
            </a:r>
            <a:r>
              <a:rPr lang="sv-SE" dirty="0"/>
              <a:t> </a:t>
            </a:r>
            <a:r>
              <a:rPr lang="sv-SE" dirty="0" err="1"/>
              <a:t>amet</a:t>
            </a:r>
            <a:r>
              <a:rPr lang="sv-SE" dirty="0"/>
              <a:t>, </a:t>
            </a:r>
            <a:r>
              <a:rPr lang="sv-SE" dirty="0" err="1"/>
              <a:t>adipiscing</a:t>
            </a:r>
            <a:r>
              <a:rPr lang="sv-SE" dirty="0"/>
              <a:t> </a:t>
            </a:r>
            <a:r>
              <a:rPr lang="sv-SE" dirty="0" err="1"/>
              <a:t>nec</a:t>
            </a:r>
            <a:r>
              <a:rPr lang="sv-SE" dirty="0"/>
              <a:t>, </a:t>
            </a:r>
            <a:r>
              <a:rPr lang="sv-SE" dirty="0" err="1"/>
              <a:t>ultricies</a:t>
            </a:r>
            <a:r>
              <a:rPr lang="sv-SE" dirty="0"/>
              <a:t> sed, </a:t>
            </a:r>
            <a:r>
              <a:rPr lang="sv-SE" dirty="0" err="1"/>
              <a:t>dolor</a:t>
            </a:r>
            <a:r>
              <a:rPr lang="sv-SE" dirty="0"/>
              <a:t>.</a:t>
            </a:r>
          </a:p>
          <a:p>
            <a:r>
              <a:rPr lang="sv-SE" dirty="0"/>
              <a:t>Cras </a:t>
            </a:r>
            <a:r>
              <a:rPr lang="sv-SE" dirty="0" err="1"/>
              <a:t>elementum</a:t>
            </a:r>
            <a:r>
              <a:rPr lang="sv-SE" dirty="0"/>
              <a:t> </a:t>
            </a:r>
            <a:r>
              <a:rPr lang="sv-SE" dirty="0" err="1"/>
              <a:t>ultrices</a:t>
            </a:r>
            <a:r>
              <a:rPr lang="sv-SE" dirty="0"/>
              <a:t> diam. </a:t>
            </a:r>
            <a:r>
              <a:rPr lang="sv-SE" dirty="0" err="1"/>
              <a:t>Maecenas</a:t>
            </a:r>
            <a:r>
              <a:rPr lang="sv-SE" dirty="0"/>
              <a:t> </a:t>
            </a:r>
            <a:r>
              <a:rPr lang="sv-SE" dirty="0" err="1"/>
              <a:t>ligula</a:t>
            </a:r>
            <a:r>
              <a:rPr lang="sv-SE" dirty="0"/>
              <a:t> massa, </a:t>
            </a:r>
            <a:r>
              <a:rPr lang="sv-SE" dirty="0" err="1"/>
              <a:t>varius</a:t>
            </a:r>
            <a:r>
              <a:rPr lang="sv-SE" dirty="0"/>
              <a:t> a, </a:t>
            </a:r>
            <a:r>
              <a:rPr lang="sv-SE" dirty="0" err="1"/>
              <a:t>semper</a:t>
            </a:r>
            <a:r>
              <a:rPr lang="sv-SE" dirty="0"/>
              <a:t> </a:t>
            </a:r>
            <a:r>
              <a:rPr lang="sv-SE" dirty="0" err="1"/>
              <a:t>congue</a:t>
            </a:r>
            <a:r>
              <a:rPr lang="sv-SE" dirty="0"/>
              <a:t>, </a:t>
            </a:r>
            <a:r>
              <a:rPr lang="sv-SE" dirty="0" err="1"/>
              <a:t>euismod</a:t>
            </a:r>
            <a:r>
              <a:rPr lang="sv-SE" dirty="0"/>
              <a:t> non, mi. </a:t>
            </a:r>
            <a:r>
              <a:rPr lang="sv-SE" dirty="0" err="1"/>
              <a:t>Proin</a:t>
            </a:r>
            <a:r>
              <a:rPr lang="sv-SE" dirty="0"/>
              <a:t> porttitor, </a:t>
            </a:r>
            <a:r>
              <a:rPr lang="sv-SE" dirty="0" err="1"/>
              <a:t>orci</a:t>
            </a:r>
            <a:r>
              <a:rPr lang="sv-SE" dirty="0"/>
              <a:t> </a:t>
            </a:r>
            <a:r>
              <a:rPr lang="sv-SE" dirty="0" err="1"/>
              <a:t>nec</a:t>
            </a:r>
            <a:r>
              <a:rPr lang="sv-SE" dirty="0"/>
              <a:t> </a:t>
            </a:r>
            <a:r>
              <a:rPr lang="sv-SE" dirty="0" err="1"/>
              <a:t>nonummy</a:t>
            </a:r>
            <a:r>
              <a:rPr lang="sv-SE" dirty="0"/>
              <a:t> </a:t>
            </a:r>
            <a:r>
              <a:rPr lang="sv-SE" dirty="0" err="1"/>
              <a:t>molestie</a:t>
            </a:r>
            <a:r>
              <a:rPr lang="sv-SE" dirty="0"/>
              <a:t>, </a:t>
            </a:r>
            <a:r>
              <a:rPr lang="sv-SE" dirty="0" err="1"/>
              <a:t>enim</a:t>
            </a:r>
            <a:r>
              <a:rPr lang="sv-SE" dirty="0"/>
              <a:t> est </a:t>
            </a:r>
            <a:r>
              <a:rPr lang="sv-SE" dirty="0" err="1"/>
              <a:t>eleifend</a:t>
            </a:r>
            <a:r>
              <a:rPr lang="sv-SE" dirty="0"/>
              <a:t> mi, non </a:t>
            </a:r>
            <a:r>
              <a:rPr lang="sv-SE" dirty="0" err="1"/>
              <a:t>fermentum</a:t>
            </a:r>
            <a:r>
              <a:rPr lang="sv-SE" dirty="0"/>
              <a:t> </a:t>
            </a:r>
            <a:r>
              <a:rPr lang="sv-SE" dirty="0" err="1"/>
              <a:t>diam</a:t>
            </a:r>
            <a:r>
              <a:rPr lang="sv-SE" dirty="0"/>
              <a:t> </a:t>
            </a:r>
            <a:r>
              <a:rPr lang="sv-SE" dirty="0" err="1"/>
              <a:t>nisl</a:t>
            </a:r>
            <a:r>
              <a:rPr lang="sv-SE" dirty="0"/>
              <a:t> </a:t>
            </a:r>
            <a:r>
              <a:rPr lang="sv-SE" dirty="0" err="1"/>
              <a:t>sit</a:t>
            </a:r>
            <a:r>
              <a:rPr lang="sv-SE" dirty="0"/>
              <a:t> </a:t>
            </a:r>
            <a:r>
              <a:rPr lang="sv-SE" dirty="0" err="1"/>
              <a:t>amet</a:t>
            </a:r>
            <a:r>
              <a:rPr lang="sv-SE" dirty="0"/>
              <a:t> erat.</a:t>
            </a:r>
          </a:p>
          <a:p>
            <a:r>
              <a:rPr lang="sv-SE" dirty="0" err="1"/>
              <a:t>Duis</a:t>
            </a:r>
            <a:r>
              <a:rPr lang="sv-SE" dirty="0"/>
              <a:t> </a:t>
            </a:r>
            <a:r>
              <a:rPr lang="sv-SE" dirty="0" err="1"/>
              <a:t>semper</a:t>
            </a:r>
            <a:r>
              <a:rPr lang="sv-SE" dirty="0"/>
              <a:t>. </a:t>
            </a:r>
            <a:r>
              <a:rPr lang="sv-SE" dirty="0" err="1"/>
              <a:t>Duis</a:t>
            </a:r>
            <a:r>
              <a:rPr lang="sv-SE" dirty="0"/>
              <a:t> </a:t>
            </a:r>
            <a:r>
              <a:rPr lang="sv-SE" dirty="0" err="1"/>
              <a:t>arcu</a:t>
            </a:r>
            <a:r>
              <a:rPr lang="sv-SE" dirty="0"/>
              <a:t> massa, </a:t>
            </a:r>
            <a:r>
              <a:rPr lang="sv-SE" dirty="0" err="1"/>
              <a:t>scelerisque</a:t>
            </a:r>
            <a:r>
              <a:rPr lang="sv-SE" dirty="0"/>
              <a:t> vitae, </a:t>
            </a:r>
            <a:r>
              <a:rPr lang="sv-SE" dirty="0" err="1"/>
              <a:t>consequat</a:t>
            </a:r>
            <a:r>
              <a:rPr lang="sv-SE" dirty="0"/>
              <a:t> in, </a:t>
            </a:r>
            <a:r>
              <a:rPr lang="sv-SE" dirty="0" err="1"/>
              <a:t>pretium</a:t>
            </a:r>
            <a:r>
              <a:rPr lang="sv-SE" dirty="0"/>
              <a:t> a, </a:t>
            </a:r>
            <a:r>
              <a:rPr lang="sv-SE" dirty="0" err="1"/>
              <a:t>enim</a:t>
            </a:r>
            <a:r>
              <a:rPr lang="sv-SE" dirty="0"/>
              <a:t>. </a:t>
            </a:r>
            <a:r>
              <a:rPr lang="sv-SE" dirty="0" err="1"/>
              <a:t>Pellentesque</a:t>
            </a:r>
            <a:r>
              <a:rPr lang="sv-SE" dirty="0"/>
              <a:t> </a:t>
            </a:r>
            <a:r>
              <a:rPr lang="sv-SE" dirty="0" err="1"/>
              <a:t>congue</a:t>
            </a:r>
            <a:r>
              <a:rPr lang="sv-SE" dirty="0"/>
              <a:t>. Ut in </a:t>
            </a:r>
            <a:r>
              <a:rPr lang="sv-SE" dirty="0" err="1"/>
              <a:t>risus</a:t>
            </a:r>
            <a:r>
              <a:rPr lang="sv-SE" dirty="0"/>
              <a:t> </a:t>
            </a:r>
            <a:r>
              <a:rPr lang="sv-SE" dirty="0" err="1"/>
              <a:t>volutpat</a:t>
            </a:r>
            <a:r>
              <a:rPr lang="sv-SE" dirty="0"/>
              <a:t> libero </a:t>
            </a:r>
            <a:r>
              <a:rPr lang="sv-SE" dirty="0" err="1"/>
              <a:t>pharetra</a:t>
            </a:r>
            <a:r>
              <a:rPr lang="sv-SE" dirty="0"/>
              <a:t> </a:t>
            </a:r>
            <a:r>
              <a:rPr lang="sv-SE" dirty="0" err="1"/>
              <a:t>tempor</a:t>
            </a:r>
            <a:r>
              <a:rPr lang="sv-SE" dirty="0"/>
              <a:t>.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13C0C01-3CF4-24D5-6DC9-A38D828AE4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69B53CD-4D42-4C75-9ADC-DBD34BDEB5A2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D8B58A0-D712-171C-D5B7-113C14C1B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903D302-AE04-9FCD-EDD1-437FF6911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E6619F8C-5C5F-45C4-867D-26540600E532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4" name="Bild 3">
            <a:extLst>
              <a:ext uri="{FF2B5EF4-FFF2-40B4-BE49-F238E27FC236}">
                <a16:creationId xmlns:a16="http://schemas.microsoft.com/office/drawing/2014/main" id="{82BC13D7-8390-8D24-6DC9-E0ED88C104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21351" y="6434932"/>
            <a:ext cx="1295999" cy="28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902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>
          <p15:clr>
            <a:srgbClr val="FBAE40"/>
          </p15:clr>
        </p15:guide>
        <p15:guide id="2" orient="horz" pos="3884">
          <p15:clr>
            <a:srgbClr val="FBAE40"/>
          </p15:clr>
        </p15:guide>
        <p15:guide id="3" pos="3704">
          <p15:clr>
            <a:srgbClr val="FBAE40"/>
          </p15:clr>
        </p15:guide>
        <p15:guide id="4" pos="3976">
          <p15:clr>
            <a:srgbClr val="FBAE40"/>
          </p15:clr>
        </p15:guide>
        <p15:guide id="5" pos="7446">
          <p15:clr>
            <a:srgbClr val="FBAE40"/>
          </p15:clr>
        </p15:guide>
        <p15:guide id="6" pos="23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4DA111-601D-5416-53DD-CF5177C6FB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2549305-1308-47CD-9197-F171CBD0F2E7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1BFD73-B3FC-8D98-4FE6-26C938E9A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809EF9-E582-7A79-359E-34C003391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6B988FE-5450-4D13-83CD-A9004418B02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422009-7D26-095E-3FA4-81ACF0C84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09" y="339725"/>
            <a:ext cx="10152854" cy="1159676"/>
          </a:xfrm>
          <a:prstGeom prst="rect">
            <a:avLst/>
          </a:prstGeo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pic>
        <p:nvPicPr>
          <p:cNvPr id="7" name="Bild 6">
            <a:extLst>
              <a:ext uri="{FF2B5EF4-FFF2-40B4-BE49-F238E27FC236}">
                <a16:creationId xmlns:a16="http://schemas.microsoft.com/office/drawing/2014/main" id="{3BAB195E-162C-53A4-D7C9-DD34DA1949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21351" y="6434932"/>
            <a:ext cx="1295999" cy="28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1764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93CC65-68EC-87E3-901D-F2AA70168C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5" y="6496847"/>
            <a:ext cx="1773238" cy="107948"/>
          </a:xfrm>
          <a:prstGeom prst="rect">
            <a:avLst/>
          </a:prstGeom>
        </p:spPr>
        <p:txBody>
          <a:bodyPr/>
          <a:lstStyle/>
          <a:p>
            <a:fld id="{363333A8-7753-4F7C-83D0-96120FF5418C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1CD136-1186-18DF-03E1-7202B4E1A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3405" y="6502401"/>
            <a:ext cx="2260600" cy="107948"/>
          </a:xfrm>
          <a:prstGeom prst="rect">
            <a:avLst/>
          </a:prstGeom>
        </p:spPr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C2AE7-DB24-CD8D-F9F9-BBB399800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/>
          <a:lstStyle/>
          <a:p>
            <a:fld id="{B6B988FE-5450-4D13-83CD-A9004418B02C}" type="slidenum">
              <a:rPr lang="sv-SE" smtClean="0"/>
              <a:t>‹#›</a:t>
            </a:fld>
            <a:endParaRPr lang="sv-SE" dirty="0"/>
          </a:p>
        </p:txBody>
      </p:sp>
      <p:pic>
        <p:nvPicPr>
          <p:cNvPr id="6" name="Bild 5">
            <a:extLst>
              <a:ext uri="{FF2B5EF4-FFF2-40B4-BE49-F238E27FC236}">
                <a16:creationId xmlns:a16="http://schemas.microsoft.com/office/drawing/2014/main" id="{8F15D6F8-B492-5595-9334-ED7E05FF7D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21351" y="6434932"/>
            <a:ext cx="1295999" cy="28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8609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utsi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258EC79-F416-4E3D-A67E-4A13E8004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508" y="2309586"/>
            <a:ext cx="7066800" cy="2198911"/>
          </a:xfrm>
          <a:prstGeom prst="rect">
            <a:avLst/>
          </a:prstGeom>
        </p:spPr>
        <p:txBody>
          <a:bodyPr anchor="ctr" anchorCtr="0"/>
          <a:lstStyle>
            <a:lvl1pPr algn="l">
              <a:defRPr sz="4800" spc="-90" baseline="0">
                <a:solidFill>
                  <a:schemeClr val="bg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247499-58F2-CA07-F837-95C998CDA2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7825" y="6496049"/>
            <a:ext cx="1332000" cy="131762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Namn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6F529D7-E7F4-13AB-58BF-D5B62050F2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55310" y="6496049"/>
            <a:ext cx="4248000" cy="131762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Titel</a:t>
            </a:r>
            <a:endParaRPr lang="sv-SE" dirty="0"/>
          </a:p>
        </p:txBody>
      </p:sp>
      <p:pic>
        <p:nvPicPr>
          <p:cNvPr id="3" name="Bild 2">
            <a:extLst>
              <a:ext uri="{FF2B5EF4-FFF2-40B4-BE49-F238E27FC236}">
                <a16:creationId xmlns:a16="http://schemas.microsoft.com/office/drawing/2014/main" id="{7986F147-85D5-29E8-944F-E6B4A8C594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06296" y="2222706"/>
            <a:ext cx="2453640" cy="223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6128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idor efter denna sida tillhör ej ma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ruta 4">
            <a:extLst>
              <a:ext uri="{FF2B5EF4-FFF2-40B4-BE49-F238E27FC236}">
                <a16:creationId xmlns:a16="http://schemas.microsoft.com/office/drawing/2014/main" id="{4405A5C8-297E-E3EB-142A-5DE16BD606D2}"/>
              </a:ext>
            </a:extLst>
          </p:cNvPr>
          <p:cNvSpPr txBox="1"/>
          <p:nvPr userDrawn="1"/>
        </p:nvSpPr>
        <p:spPr>
          <a:xfrm>
            <a:off x="1513682" y="2344088"/>
            <a:ext cx="916463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sv-SE" sz="5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Sidor efter denna sida tillhör ej mallen. Byt istället till en layout innan denna sida.</a:t>
            </a:r>
          </a:p>
        </p:txBody>
      </p:sp>
    </p:spTree>
    <p:extLst>
      <p:ext uri="{BB962C8B-B14F-4D97-AF65-F5344CB8AC3E}">
        <p14:creationId xmlns:p14="http://schemas.microsoft.com/office/powerpoint/2010/main" val="273190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B530C970-DEAB-0B51-19E5-A1FFC808F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09" y="339725"/>
            <a:ext cx="10152854" cy="11596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sv-SE" noProof="0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60637874-CA30-167F-633C-53A9BD048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650" y="1811338"/>
            <a:ext cx="10154062" cy="43545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sv-SE" noProof="0" dirty="0"/>
              <a:t>Klicka här för att ändra format på bakgrundstexten</a:t>
            </a:r>
          </a:p>
          <a:p>
            <a:pPr lvl="1"/>
            <a:r>
              <a:rPr lang="sv-SE" noProof="0" dirty="0"/>
              <a:t>Nivå två</a:t>
            </a:r>
          </a:p>
          <a:p>
            <a:pPr lvl="2"/>
            <a:r>
              <a:rPr lang="sv-SE" noProof="0" dirty="0"/>
              <a:t>Nivå tre</a:t>
            </a:r>
          </a:p>
          <a:p>
            <a:pPr lvl="3"/>
            <a:r>
              <a:rPr lang="sv-SE" noProof="0" dirty="0"/>
              <a:t>Nivå fyra</a:t>
            </a:r>
          </a:p>
          <a:p>
            <a:pPr lvl="4"/>
            <a:r>
              <a:rPr lang="sv-SE" noProof="0" dirty="0"/>
              <a:t>Nivå fem</a:t>
            </a:r>
          </a:p>
        </p:txBody>
      </p:sp>
      <p:sp>
        <p:nvSpPr>
          <p:cNvPr id="10" name="Platshållare för datum 9">
            <a:extLst>
              <a:ext uri="{FF2B5EF4-FFF2-40B4-BE49-F238E27FC236}">
                <a16:creationId xmlns:a16="http://schemas.microsoft.com/office/drawing/2014/main" id="{7B8E2522-B621-DD90-59EC-ED08D761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49975" y="6496846"/>
            <a:ext cx="1773238" cy="1079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fld id="{59B6370C-FE3D-4DD6-89B8-CDE130AB562B}" type="datetime1">
              <a:rPr lang="sv-SE" noProof="0" smtClean="0"/>
              <a:t>2026-05-13</a:t>
            </a:fld>
            <a:endParaRPr lang="sv-SE" noProof="0" dirty="0"/>
          </a:p>
        </p:txBody>
      </p:sp>
      <p:sp>
        <p:nvSpPr>
          <p:cNvPr id="11" name="Platshållare för sidfot 10">
            <a:extLst>
              <a:ext uri="{FF2B5EF4-FFF2-40B4-BE49-F238E27FC236}">
                <a16:creationId xmlns:a16="http://schemas.microsoft.com/office/drawing/2014/main" id="{1368643F-95B1-51A9-95AB-ED2968FB7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3405" y="6502402"/>
            <a:ext cx="2260600" cy="10794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pPr algn="l"/>
            <a:r>
              <a:rPr lang="sv-SE" noProof="0"/>
              <a:t>Presentationens titel</a:t>
            </a:r>
            <a:endParaRPr lang="sv-SE" noProof="0" dirty="0"/>
          </a:p>
        </p:txBody>
      </p:sp>
      <p:sp>
        <p:nvSpPr>
          <p:cNvPr id="12" name="Platshållare för bildnummer 11">
            <a:extLst>
              <a:ext uri="{FF2B5EF4-FFF2-40B4-BE49-F238E27FC236}">
                <a16:creationId xmlns:a16="http://schemas.microsoft.com/office/drawing/2014/main" id="{755B92CD-E1EC-CAD1-7CEB-E00D64FF9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77509" y="6499228"/>
            <a:ext cx="571500" cy="10953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fld id="{AE903AA9-2605-4C31-8ED7-A89C608ACE48}" type="slidenum">
              <a:rPr lang="sv-SE" noProof="0" smtClean="0"/>
              <a:pPr/>
              <a:t>‹#›</a:t>
            </a:fld>
            <a:endParaRPr lang="sv-SE" noProof="0" dirty="0"/>
          </a:p>
        </p:txBody>
      </p:sp>
    </p:spTree>
    <p:extLst>
      <p:ext uri="{BB962C8B-B14F-4D97-AF65-F5344CB8AC3E}">
        <p14:creationId xmlns:p14="http://schemas.microsoft.com/office/powerpoint/2010/main" val="149138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4" r:id="rId2"/>
    <p:sldLayoutId id="2147483695" r:id="rId3"/>
    <p:sldLayoutId id="2147483675" r:id="rId4"/>
    <p:sldLayoutId id="2147483702" r:id="rId5"/>
    <p:sldLayoutId id="2147483703" r:id="rId6"/>
    <p:sldLayoutId id="2147483706" r:id="rId7"/>
    <p:sldLayoutId id="2147483719" r:id="rId8"/>
    <p:sldLayoutId id="2147483696" r:id="rId9"/>
    <p:sldLayoutId id="2147483720" r:id="rId10"/>
    <p:sldLayoutId id="2147483705" r:id="rId11"/>
    <p:sldLayoutId id="2147483718" r:id="rId12"/>
    <p:sldLayoutId id="2147483707" r:id="rId13"/>
    <p:sldLayoutId id="2147483717" r:id="rId14"/>
    <p:sldLayoutId id="2147483714" r:id="rId15"/>
    <p:sldLayoutId id="2147483715" r:id="rId16"/>
    <p:sldLayoutId id="2147483716" r:id="rId17"/>
    <p:sldLayoutId id="2147483674" r:id="rId18"/>
    <p:sldLayoutId id="2147483699" r:id="rId19"/>
    <p:sldLayoutId id="2147483659" r:id="rId20"/>
    <p:sldLayoutId id="2147483721" r:id="rId21"/>
    <p:sldLayoutId id="2147483710" r:id="rId22"/>
    <p:sldLayoutId id="2147483722" r:id="rId23"/>
    <p:sldLayoutId id="2147483708" r:id="rId24"/>
    <p:sldLayoutId id="2147483724" r:id="rId25"/>
    <p:sldLayoutId id="2147483676" r:id="rId26"/>
    <p:sldLayoutId id="2147483709" r:id="rId27"/>
    <p:sldLayoutId id="2147483712" r:id="rId28"/>
    <p:sldLayoutId id="2147483725" r:id="rId29"/>
    <p:sldLayoutId id="2147483726" r:id="rId30"/>
    <p:sldLayoutId id="2147483692" r:id="rId31"/>
    <p:sldLayoutId id="2147483691" r:id="rId32"/>
    <p:sldLayoutId id="2147483711" r:id="rId33"/>
    <p:sldLayoutId id="2147483704" r:id="rId34"/>
  </p:sldLayoutIdLst>
  <p:hf hdr="0"/>
  <p:txStyles>
    <p:titleStyle>
      <a:lvl1pPr algn="l" defTabSz="914400" rtl="0" eaLnBrk="1" fontAlgn="ctr" latinLnBrk="0" hangingPunct="1">
        <a:lnSpc>
          <a:spcPct val="90000"/>
        </a:lnSpc>
        <a:spcBef>
          <a:spcPct val="0"/>
        </a:spcBef>
        <a:buNone/>
        <a:defRPr sz="3200" b="1" kern="1200" spc="-7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fontAlgn="ctr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360363" indent="-180000" algn="l" defTabSz="914400" rtl="0" eaLnBrk="1" fontAlgn="ctr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540000" indent="-180000" algn="l" defTabSz="914400" rtl="0" eaLnBrk="1" fontAlgn="ctr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719138" indent="-180000" algn="l" defTabSz="914400" rtl="0" eaLnBrk="1" fontAlgn="ctr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900000" indent="-180000" algn="l" defTabSz="914400" rtl="0" eaLnBrk="1" fontAlgn="ctr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079500" indent="-184150" algn="l" defTabSz="914400" rtl="0" eaLnBrk="1" fontAlgn="ctr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255713" indent="-176213" algn="l" defTabSz="914400" rtl="0" eaLnBrk="1" fontAlgn="ctr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431925" indent="-176213" algn="l" defTabSz="914400" rtl="0" eaLnBrk="1" fontAlgn="ctr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1616075" indent="-184150" algn="l" defTabSz="914400" rtl="0" eaLnBrk="1" fontAlgn="ctr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fontAlgn="ctr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fontAlgn="ctr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fontAlgn="ctr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fontAlgn="ctr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fontAlgn="ctr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fontAlgn="ctr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fontAlgn="ctr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fontAlgn="ctr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fontAlgn="ctr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A4A3A4"/>
          </p15:clr>
        </p15:guide>
        <p15:guide id="2" pos="7446" userDrawn="1">
          <p15:clr>
            <a:srgbClr val="A4A3A4"/>
          </p15:clr>
        </p15:guide>
        <p15:guide id="3" orient="horz" pos="210" userDrawn="1">
          <p15:clr>
            <a:srgbClr val="A4A3A4"/>
          </p15:clr>
        </p15:guide>
        <p15:guide id="5" pos="2576" userDrawn="1">
          <p15:clr>
            <a:srgbClr val="A4A3A4"/>
          </p15:clr>
        </p15:guide>
        <p15:guide id="6" pos="2672" userDrawn="1">
          <p15:clr>
            <a:srgbClr val="A4A3A4"/>
          </p15:clr>
        </p15:guide>
        <p15:guide id="7" pos="5008" userDrawn="1">
          <p15:clr>
            <a:srgbClr val="A4A3A4"/>
          </p15:clr>
        </p15:guide>
        <p15:guide id="8" pos="5096" userDrawn="1">
          <p15:clr>
            <a:srgbClr val="A4A3A4"/>
          </p15:clr>
        </p15:guide>
        <p15:guide id="9" orient="horz" pos="11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  <p15:guide id="11" pos="3840" userDrawn="1">
          <p15:clr>
            <a:srgbClr val="A4A3A4"/>
          </p15:clr>
        </p15:guide>
        <p15:guide id="12" orient="horz" pos="3884" userDrawn="1">
          <p15:clr>
            <a:srgbClr val="A4A3A4"/>
          </p15:clr>
        </p15:guide>
        <p15:guide id="13" pos="6630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s://rehnakademi.rehngruppen.se/hantera-bildlayouter-i-powerpoint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7.jpeg"/><Relationship Id="rId5" Type="http://schemas.openxmlformats.org/officeDocument/2006/relationships/hyperlink" Target="https://rehnakademi.rehngruppen.se/badda-in-specialtypsnitt-i-powerpoint" TargetMode="External"/><Relationship Id="rId10" Type="http://schemas.openxmlformats.org/officeDocument/2006/relationships/image" Target="../media/image11.png"/><Relationship Id="rId4" Type="http://schemas.openxmlformats.org/officeDocument/2006/relationships/hyperlink" Target="https://rehnakademi.rehngruppen.se/temafarger-i-powerpoint" TargetMode="External"/><Relationship Id="rId9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hyperlink" Target="https://rehnakademi.rehngruppen.se/komprimera-bilder-i-powerpoi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Relationship Id="rId6" Type="http://schemas.openxmlformats.org/officeDocument/2006/relationships/hyperlink" Target="https://rehnakademi.rehngruppen.se/beskar-bilder-i-powerpoint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hyperlink" Target="https://rehnakademi.rehngruppen.se/anvand-anteckningar-i-powerpoi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16.png"/><Relationship Id="rId5" Type="http://schemas.openxmlformats.org/officeDocument/2006/relationships/hyperlink" Target="https://rehnakademi.rehngruppen.se/infoga-sidhuvud-och-sidfot-i-powerpoint" TargetMode="External"/><Relationship Id="rId4" Type="http://schemas.openxmlformats.org/officeDocument/2006/relationships/hyperlink" Target="https://rehnakademi.rehngruppen.se/anvand-rutnat-och-stodlinjer-i-powerpoint" TargetMode="External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hyperlink" Target="https://rehnakademi.rehngruppen.se/spara-din-powerpoint-som-en-pd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1.png"/><Relationship Id="rId5" Type="http://schemas.openxmlformats.org/officeDocument/2006/relationships/hyperlink" Target="https://rehnakademi.rehngruppen.se/skapa-avsnitt-i-powerpoint" TargetMode="Externa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A1E6DC5E-91F8-C797-AE36-13591613C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9A9FA5F-31B3-1FA5-9B28-43D73CE3A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10" y="339725"/>
            <a:ext cx="7572691" cy="736600"/>
          </a:xfrm>
        </p:spPr>
        <p:txBody>
          <a:bodyPr/>
          <a:lstStyle/>
          <a:p>
            <a:r>
              <a:rPr lang="sv-SE" noProof="0" dirty="0"/>
              <a:t>Layouts, temafärger</a:t>
            </a:r>
            <a:r>
              <a:rPr lang="sv-SE" noProof="0"/>
              <a:t>, temateckensnitt</a:t>
            </a:r>
            <a:endParaRPr lang="sv-SE" noProof="0" dirty="0"/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9AE663AD-2B6F-E615-AE1F-561F2A595D38}"/>
              </a:ext>
            </a:extLst>
          </p:cNvPr>
          <p:cNvSpPr txBox="1"/>
          <p:nvPr/>
        </p:nvSpPr>
        <p:spPr>
          <a:xfrm>
            <a:off x="504825" y="3482975"/>
            <a:ext cx="3497611" cy="27084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sv-SE" sz="1200" b="1" noProof="0" dirty="0">
                <a:cs typeface="Arial" panose="020B0604020202020204" pitchFamily="34" charset="0"/>
              </a:rPr>
              <a:t>Layouter</a:t>
            </a:r>
          </a:p>
          <a:p>
            <a:pPr algn="l">
              <a:spcAft>
                <a:spcPts val="600"/>
              </a:spcAft>
            </a:pPr>
            <a:r>
              <a:rPr lang="sv-SE" sz="1200" noProof="0" dirty="0">
                <a:cs typeface="Arial" panose="020B0604020202020204" pitchFamily="34" charset="0"/>
              </a:rPr>
              <a:t>Layouter är mallens ryggrad. Varje sida har en layout applicerad, och denna layout styr var på sidan särskilt innehåll ska finnas med hjälp av </a:t>
            </a:r>
            <a:br>
              <a:rPr lang="sv-SE" sz="1200" noProof="0" dirty="0">
                <a:cs typeface="Arial" panose="020B0604020202020204" pitchFamily="34" charset="0"/>
              </a:rPr>
            </a:br>
            <a:r>
              <a:rPr lang="sv-SE" sz="1200" noProof="0" dirty="0">
                <a:cs typeface="Arial" panose="020B0604020202020204" pitchFamily="34" charset="0"/>
              </a:rPr>
              <a:t>s.k. platshållare.</a:t>
            </a:r>
          </a:p>
          <a:p>
            <a:pPr algn="l"/>
            <a:r>
              <a:rPr lang="sv-SE" sz="1200" noProof="0" dirty="0">
                <a:cs typeface="Arial" panose="020B0604020202020204" pitchFamily="34" charset="0"/>
              </a:rPr>
              <a:t>Layouter som ligger efter layouten med namn </a:t>
            </a:r>
            <a:r>
              <a:rPr lang="sv-SE" sz="1200" i="1" noProof="0" dirty="0">
                <a:cs typeface="Arial" panose="020B0604020202020204" pitchFamily="34" charset="0"/>
              </a:rPr>
              <a:t>”Sidor efter denna…”</a:t>
            </a:r>
            <a:r>
              <a:rPr lang="sv-SE" sz="1200" noProof="0" dirty="0">
                <a:cs typeface="Arial" panose="020B0604020202020204" pitchFamily="34" charset="0"/>
              </a:rPr>
              <a:t> hör ej till denna mall.</a:t>
            </a:r>
          </a:p>
          <a:p>
            <a:pPr algn="l">
              <a:spcBef>
                <a:spcPts val="1200"/>
              </a:spcBef>
            </a:pPr>
            <a:r>
              <a:rPr lang="sv-SE" sz="1200" b="1" noProof="0" dirty="0">
                <a:cs typeface="Arial" panose="020B0604020202020204" pitchFamily="34" charset="0"/>
              </a:rPr>
              <a:t>Återställ en layout</a:t>
            </a:r>
          </a:p>
          <a:p>
            <a:pPr>
              <a:spcAft>
                <a:spcPts val="600"/>
              </a:spcAft>
            </a:pPr>
            <a:r>
              <a:rPr lang="sv-SE" sz="1200" noProof="0" dirty="0">
                <a:cs typeface="Arial" panose="020B0604020202020204" pitchFamily="34" charset="0"/>
              </a:rPr>
              <a:t>Ifall du råkat ändra någon formatering eller flyttat </a:t>
            </a:r>
            <a:br>
              <a:rPr lang="sv-SE" sz="1200" noProof="0" dirty="0">
                <a:cs typeface="Arial" panose="020B0604020202020204" pitchFamily="34" charset="0"/>
              </a:rPr>
            </a:br>
            <a:r>
              <a:rPr lang="sv-SE" sz="1200" noProof="0" dirty="0">
                <a:cs typeface="Arial" panose="020B0604020202020204" pitchFamily="34" charset="0"/>
              </a:rPr>
              <a:t>på ett element som hör till layouten går det bra att återställa layouten till ursprungsläget via </a:t>
            </a:r>
            <a:r>
              <a:rPr lang="sv-SE" sz="1200" i="1" noProof="0" dirty="0">
                <a:cs typeface="Arial" panose="020B0604020202020204" pitchFamily="34" charset="0"/>
              </a:rPr>
              <a:t>Start-fliken → Återställ.</a:t>
            </a:r>
          </a:p>
          <a:p>
            <a:r>
              <a:rPr lang="sv-SE" sz="1200" noProof="0" dirty="0" err="1">
                <a:solidFill>
                  <a:srgbClr val="0000FF"/>
                </a:solidFill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RehnAkademi</a:t>
            </a:r>
            <a:r>
              <a:rPr lang="sv-SE" sz="1200" noProof="0" dirty="0">
                <a:solidFill>
                  <a:srgbClr val="0000FF"/>
                </a:solidFill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– Hantera bildlayouter</a:t>
            </a:r>
            <a:endParaRPr lang="sv-SE" sz="1200" noProof="0" dirty="0">
              <a:solidFill>
                <a:srgbClr val="0000FF"/>
              </a:solidFill>
              <a:cs typeface="Arial" panose="020B0604020202020204" pitchFamily="34" charset="0"/>
            </a:endParaRPr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FC0679F1-5548-240D-38BC-543D9F4CF00A}"/>
              </a:ext>
            </a:extLst>
          </p:cNvPr>
          <p:cNvSpPr txBox="1"/>
          <p:nvPr/>
        </p:nvSpPr>
        <p:spPr>
          <a:xfrm>
            <a:off x="4347195" y="3482975"/>
            <a:ext cx="3497611" cy="23852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sv-SE" sz="1200" b="1" noProof="0" dirty="0">
                <a:cs typeface="Arial" panose="020B0604020202020204" pitchFamily="34" charset="0"/>
              </a:rPr>
              <a:t>Temafärger</a:t>
            </a:r>
          </a:p>
          <a:p>
            <a:pPr algn="l">
              <a:spcAft>
                <a:spcPts val="600"/>
              </a:spcAft>
            </a:pPr>
            <a:r>
              <a:rPr lang="sv-SE" sz="1200" noProof="0" dirty="0">
                <a:cs typeface="Arial" panose="020B0604020202020204" pitchFamily="34" charset="0"/>
              </a:rPr>
              <a:t>Temafärger är den färgpalett som är speciellt inställd för just den här mallen.</a:t>
            </a:r>
          </a:p>
          <a:p>
            <a:pPr algn="l">
              <a:spcAft>
                <a:spcPts val="600"/>
              </a:spcAft>
            </a:pPr>
            <a:r>
              <a:rPr lang="sv-SE" sz="1200" noProof="0" dirty="0">
                <a:cs typeface="Arial" panose="020B0604020202020204" pitchFamily="34" charset="0"/>
              </a:rPr>
              <a:t>De fyra första färgerna är för text och bakgrund. Efterföljande sex färger är dekorfärger.</a:t>
            </a:r>
          </a:p>
          <a:p>
            <a:pPr>
              <a:spcBef>
                <a:spcPts val="600"/>
              </a:spcBef>
            </a:pPr>
            <a:r>
              <a:rPr lang="sv-SE" sz="1200" b="1" noProof="0" dirty="0">
                <a:cs typeface="Arial" panose="020B0604020202020204" pitchFamily="34" charset="0"/>
              </a:rPr>
              <a:t>Egna färger</a:t>
            </a:r>
          </a:p>
          <a:p>
            <a:pPr>
              <a:spcAft>
                <a:spcPts val="600"/>
              </a:spcAft>
            </a:pPr>
            <a:r>
              <a:rPr lang="sv-SE" sz="1200" noProof="0" dirty="0">
                <a:cs typeface="Arial" panose="020B0604020202020204" pitchFamily="34" charset="0"/>
              </a:rPr>
              <a:t>Chalmers utökade färgtema.</a:t>
            </a:r>
          </a:p>
          <a:p>
            <a:pPr algn="l">
              <a:spcBef>
                <a:spcPts val="1200"/>
              </a:spcBef>
            </a:pPr>
            <a:r>
              <a:rPr lang="sv-SE" sz="1200" b="1" noProof="0" dirty="0">
                <a:cs typeface="Arial" panose="020B0604020202020204" pitchFamily="34" charset="0"/>
              </a:rPr>
              <a:t>Standardfärger</a:t>
            </a:r>
          </a:p>
          <a:p>
            <a:pPr algn="l">
              <a:spcAft>
                <a:spcPts val="600"/>
              </a:spcAft>
            </a:pPr>
            <a:r>
              <a:rPr lang="sv-SE" sz="1200" noProof="0" dirty="0">
                <a:cs typeface="Arial" panose="020B0604020202020204" pitchFamily="34" charset="0"/>
              </a:rPr>
              <a:t>Office standardfärger. Använd inte dessa!</a:t>
            </a:r>
          </a:p>
          <a:p>
            <a:r>
              <a:rPr lang="sv-SE" sz="1200" noProof="0" dirty="0" err="1">
                <a:solidFill>
                  <a:srgbClr val="0000FF"/>
                </a:solidFill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RehnAkademi</a:t>
            </a:r>
            <a:r>
              <a:rPr lang="sv-SE" sz="1200" noProof="0" dirty="0">
                <a:solidFill>
                  <a:srgbClr val="0000FF"/>
                </a:solidFill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– Ta en titt på temafärger</a:t>
            </a:r>
            <a:endParaRPr lang="sv-SE" sz="1200" noProof="0" dirty="0">
              <a:solidFill>
                <a:srgbClr val="0000FF"/>
              </a:solidFill>
              <a:cs typeface="Arial" panose="020B0604020202020204" pitchFamily="34" charset="0"/>
            </a:endParaRPr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7CD90D47-458D-DEF4-7E36-0C5DCBB49054}"/>
              </a:ext>
            </a:extLst>
          </p:cNvPr>
          <p:cNvSpPr txBox="1"/>
          <p:nvPr/>
        </p:nvSpPr>
        <p:spPr>
          <a:xfrm>
            <a:off x="8189566" y="3482975"/>
            <a:ext cx="3497611" cy="23391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sv-SE" sz="1200" b="1" noProof="0" dirty="0">
                <a:cs typeface="Arial" panose="020B0604020202020204" pitchFamily="34" charset="0"/>
              </a:rPr>
              <a:t>Temateckensnitt</a:t>
            </a:r>
          </a:p>
          <a:p>
            <a:r>
              <a:rPr lang="sv-SE" sz="1200" noProof="0" dirty="0">
                <a:cs typeface="Arial" panose="020B0604020202020204" pitchFamily="34" charset="0"/>
              </a:rPr>
              <a:t>Mallens tema innehåller två teckensnitt, ett för rubriker och ett för brödtext. Dessa syns överst </a:t>
            </a:r>
            <a:br>
              <a:rPr lang="sv-SE" sz="1200" noProof="0" dirty="0">
                <a:cs typeface="Arial" panose="020B0604020202020204" pitchFamily="34" charset="0"/>
              </a:rPr>
            </a:br>
            <a:r>
              <a:rPr lang="sv-SE" sz="1200" noProof="0" dirty="0">
                <a:cs typeface="Arial" panose="020B0604020202020204" pitchFamily="34" charset="0"/>
              </a:rPr>
              <a:t>i rullistan för teckensnittsväljaren.</a:t>
            </a:r>
          </a:p>
          <a:p>
            <a:pPr>
              <a:spcBef>
                <a:spcPts val="1200"/>
              </a:spcBef>
            </a:pPr>
            <a:r>
              <a:rPr lang="sv-SE" sz="1200" b="1" noProof="0" dirty="0">
                <a:cs typeface="Arial" panose="020B0604020202020204" pitchFamily="34" charset="0"/>
              </a:rPr>
              <a:t>Specialtypsnitt i PowerPoint</a:t>
            </a:r>
          </a:p>
          <a:p>
            <a:pPr>
              <a:spcAft>
                <a:spcPts val="600"/>
              </a:spcAft>
            </a:pPr>
            <a:r>
              <a:rPr lang="sv-SE" sz="1200" noProof="0" dirty="0">
                <a:cs typeface="Arial" panose="020B0604020202020204" pitchFamily="34" charset="0"/>
              </a:rPr>
              <a:t>Ifall mallen innehåller </a:t>
            </a:r>
            <a:r>
              <a:rPr lang="sv-SE" sz="1200" i="1" noProof="0" dirty="0">
                <a:cs typeface="Arial" panose="020B0604020202020204" pitchFamily="34" charset="0"/>
              </a:rPr>
              <a:t>specialtypsnitt</a:t>
            </a:r>
            <a:r>
              <a:rPr lang="sv-SE" sz="1200" noProof="0" dirty="0">
                <a:cs typeface="Arial" panose="020B0604020202020204" pitchFamily="34" charset="0"/>
              </a:rPr>
              <a:t> behöver dessa vara installerade på datorn.</a:t>
            </a:r>
          </a:p>
          <a:p>
            <a:pPr>
              <a:spcAft>
                <a:spcPts val="600"/>
              </a:spcAft>
            </a:pPr>
            <a:r>
              <a:rPr lang="sv-SE" sz="1200" noProof="0" dirty="0">
                <a:cs typeface="Arial" panose="020B0604020202020204" pitchFamily="34" charset="0"/>
              </a:rPr>
              <a:t>I vissa fall går specialtypsnitt att bädda in i PowerPoint-dokumentet och kan då användas även om det inte finns installerat på datorn.</a:t>
            </a:r>
          </a:p>
          <a:p>
            <a:r>
              <a:rPr lang="sv-SE" sz="1200" noProof="0" dirty="0" err="1">
                <a:solidFill>
                  <a:srgbClr val="0000FF"/>
                </a:solidFill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RehnAkademi</a:t>
            </a:r>
            <a:r>
              <a:rPr lang="sv-SE" sz="1200" noProof="0" dirty="0">
                <a:solidFill>
                  <a:srgbClr val="0000FF"/>
                </a:solidFill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– Bädda in specialtypsnitt</a:t>
            </a:r>
            <a:endParaRPr lang="sv-SE" sz="1200" noProof="0" dirty="0">
              <a:solidFill>
                <a:srgbClr val="0000FF"/>
              </a:solidFill>
              <a:cs typeface="Arial" panose="020B0604020202020204" pitchFamily="34" charset="0"/>
            </a:endParaRPr>
          </a:p>
        </p:txBody>
      </p:sp>
      <p:grpSp>
        <p:nvGrpSpPr>
          <p:cNvPr id="25" name="Grupp 24">
            <a:extLst>
              <a:ext uri="{FF2B5EF4-FFF2-40B4-BE49-F238E27FC236}">
                <a16:creationId xmlns:a16="http://schemas.microsoft.com/office/drawing/2014/main" id="{C9D1ADCD-0000-1A9F-5A49-B57FCA67572C}"/>
              </a:ext>
            </a:extLst>
          </p:cNvPr>
          <p:cNvGrpSpPr/>
          <p:nvPr/>
        </p:nvGrpSpPr>
        <p:grpSpPr>
          <a:xfrm>
            <a:off x="8189566" y="1268709"/>
            <a:ext cx="3499200" cy="2055303"/>
            <a:chOff x="8189566" y="1268709"/>
            <a:chExt cx="3499200" cy="2055303"/>
          </a:xfrm>
        </p:grpSpPr>
        <p:sp>
          <p:nvSpPr>
            <p:cNvPr id="19" name="Rektangel 18">
              <a:extLst>
                <a:ext uri="{FF2B5EF4-FFF2-40B4-BE49-F238E27FC236}">
                  <a16:creationId xmlns:a16="http://schemas.microsoft.com/office/drawing/2014/main" id="{3EA11622-0577-3C21-3CF5-8CF08F85D48E}"/>
                </a:ext>
              </a:extLst>
            </p:cNvPr>
            <p:cNvSpPr/>
            <p:nvPr/>
          </p:nvSpPr>
          <p:spPr>
            <a:xfrm>
              <a:off x="8189566" y="1268709"/>
              <a:ext cx="3499200" cy="20553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sz="2800" noProof="0" dirty="0">
                <a:cs typeface="Arial" panose="020B0604020202020204" pitchFamily="34" charset="0"/>
              </a:endParaRPr>
            </a:p>
          </p:txBody>
        </p:sp>
        <p:pic>
          <p:nvPicPr>
            <p:cNvPr id="21" name="Bildobjekt 20">
              <a:extLst>
                <a:ext uri="{FF2B5EF4-FFF2-40B4-BE49-F238E27FC236}">
                  <a16:creationId xmlns:a16="http://schemas.microsoft.com/office/drawing/2014/main" id="{24E26719-EDCD-B56B-267C-A290F378B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/>
            </a:blip>
            <a:srcRect/>
            <a:stretch/>
          </p:blipFill>
          <p:spPr>
            <a:xfrm>
              <a:off x="8477267" y="1495623"/>
              <a:ext cx="1764446" cy="746751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23" name="Bildobjekt 22">
              <a:extLst>
                <a:ext uri="{FF2B5EF4-FFF2-40B4-BE49-F238E27FC236}">
                  <a16:creationId xmlns:a16="http://schemas.microsoft.com/office/drawing/2014/main" id="{D4BA1CCD-D536-0E0C-AA41-265410417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483264" y="2479637"/>
              <a:ext cx="1934487" cy="586632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</p:grpSp>
      <p:grpSp>
        <p:nvGrpSpPr>
          <p:cNvPr id="29" name="Grupp 28">
            <a:extLst>
              <a:ext uri="{FF2B5EF4-FFF2-40B4-BE49-F238E27FC236}">
                <a16:creationId xmlns:a16="http://schemas.microsoft.com/office/drawing/2014/main" id="{93EB627F-BBC9-AE7B-FCDE-671AF87CDF0B}"/>
              </a:ext>
            </a:extLst>
          </p:cNvPr>
          <p:cNvGrpSpPr/>
          <p:nvPr/>
        </p:nvGrpSpPr>
        <p:grpSpPr>
          <a:xfrm>
            <a:off x="4346400" y="1268709"/>
            <a:ext cx="3499200" cy="2055302"/>
            <a:chOff x="4346400" y="1268709"/>
            <a:chExt cx="3499200" cy="2055302"/>
          </a:xfrm>
        </p:grpSpPr>
        <p:sp>
          <p:nvSpPr>
            <p:cNvPr id="7" name="Rektangel 6">
              <a:extLst>
                <a:ext uri="{FF2B5EF4-FFF2-40B4-BE49-F238E27FC236}">
                  <a16:creationId xmlns:a16="http://schemas.microsoft.com/office/drawing/2014/main" id="{F233C8D7-D423-1DC0-7892-952A538B2C0C}"/>
                </a:ext>
              </a:extLst>
            </p:cNvPr>
            <p:cNvSpPr/>
            <p:nvPr/>
          </p:nvSpPr>
          <p:spPr>
            <a:xfrm>
              <a:off x="4346400" y="1268709"/>
              <a:ext cx="3499200" cy="20553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sz="2800" noProof="0" dirty="0">
                <a:cs typeface="Arial" panose="020B0604020202020204" pitchFamily="34" charset="0"/>
              </a:endParaRPr>
            </a:p>
          </p:txBody>
        </p:sp>
        <p:pic>
          <p:nvPicPr>
            <p:cNvPr id="27" name="Bildobjekt 26">
              <a:extLst>
                <a:ext uri="{FF2B5EF4-FFF2-40B4-BE49-F238E27FC236}">
                  <a16:creationId xmlns:a16="http://schemas.microsoft.com/office/drawing/2014/main" id="{4B88C0D5-720B-8E72-A160-F2DB2AEB4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07666" y="1422886"/>
              <a:ext cx="1176668" cy="1771375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</p:grpSp>
      <p:grpSp>
        <p:nvGrpSpPr>
          <p:cNvPr id="33" name="Grupp 32">
            <a:extLst>
              <a:ext uri="{FF2B5EF4-FFF2-40B4-BE49-F238E27FC236}">
                <a16:creationId xmlns:a16="http://schemas.microsoft.com/office/drawing/2014/main" id="{9726C2E9-C27E-11AE-5948-20142FA191E0}"/>
              </a:ext>
            </a:extLst>
          </p:cNvPr>
          <p:cNvGrpSpPr/>
          <p:nvPr/>
        </p:nvGrpSpPr>
        <p:grpSpPr>
          <a:xfrm>
            <a:off x="377510" y="1268708"/>
            <a:ext cx="3497611" cy="2055303"/>
            <a:chOff x="381000" y="1268708"/>
            <a:chExt cx="3497611" cy="2055303"/>
          </a:xfrm>
        </p:grpSpPr>
        <p:sp>
          <p:nvSpPr>
            <p:cNvPr id="34" name="Rektangel 33">
              <a:extLst>
                <a:ext uri="{FF2B5EF4-FFF2-40B4-BE49-F238E27FC236}">
                  <a16:creationId xmlns:a16="http://schemas.microsoft.com/office/drawing/2014/main" id="{34122E33-8D38-2A66-AA39-59F682CCAE46}"/>
                </a:ext>
              </a:extLst>
            </p:cNvPr>
            <p:cNvSpPr/>
            <p:nvPr/>
          </p:nvSpPr>
          <p:spPr>
            <a:xfrm>
              <a:off x="381000" y="1268708"/>
              <a:ext cx="3497611" cy="20553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sz="2800" noProof="0" dirty="0">
                <a:cs typeface="Arial" panose="020B0604020202020204" pitchFamily="34" charset="0"/>
              </a:endParaRPr>
            </a:p>
          </p:txBody>
        </p:sp>
        <p:sp>
          <p:nvSpPr>
            <p:cNvPr id="35" name="Rektangel 34">
              <a:extLst>
                <a:ext uri="{FF2B5EF4-FFF2-40B4-BE49-F238E27FC236}">
                  <a16:creationId xmlns:a16="http://schemas.microsoft.com/office/drawing/2014/main" id="{BA61009C-33A0-3D32-5766-714FF9A8528E}"/>
                </a:ext>
              </a:extLst>
            </p:cNvPr>
            <p:cNvSpPr/>
            <p:nvPr/>
          </p:nvSpPr>
          <p:spPr>
            <a:xfrm>
              <a:off x="3258696" y="2163387"/>
              <a:ext cx="330714" cy="10611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sz="1500" noProof="0" dirty="0">
                <a:cs typeface="Arial" panose="020B0604020202020204" pitchFamily="34" charset="0"/>
              </a:endParaRPr>
            </a:p>
          </p:txBody>
        </p:sp>
        <p:pic>
          <p:nvPicPr>
            <p:cNvPr id="36" name="Bildobjekt 35" descr="Skärmklipp av knapparna för Ny bild, Återanvänd bilder, Layout, Återställ och Avsnitt som ligger under Start-fliken i PowerPoint.">
              <a:extLst>
                <a:ext uri="{FF2B5EF4-FFF2-40B4-BE49-F238E27FC236}">
                  <a16:creationId xmlns:a16="http://schemas.microsoft.com/office/drawing/2014/main" id="{EB1A76B7-36DD-3A5F-F0C8-8D120AB350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2523" r="4005"/>
            <a:stretch>
              <a:fillRect/>
            </a:stretch>
          </p:blipFill>
          <p:spPr>
            <a:xfrm>
              <a:off x="2811278" y="2026140"/>
              <a:ext cx="861660" cy="446048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37" name="Rektangel 36">
              <a:extLst>
                <a:ext uri="{FF2B5EF4-FFF2-40B4-BE49-F238E27FC236}">
                  <a16:creationId xmlns:a16="http://schemas.microsoft.com/office/drawing/2014/main" id="{F3596E2A-92E7-0961-C233-6879D01D88FD}"/>
                </a:ext>
              </a:extLst>
            </p:cNvPr>
            <p:cNvSpPr/>
            <p:nvPr/>
          </p:nvSpPr>
          <p:spPr>
            <a:xfrm>
              <a:off x="3332158" y="2139950"/>
              <a:ext cx="330713" cy="12954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 sz="1500" noProof="0" dirty="0">
                <a:cs typeface="Arial" panose="020B0604020202020204" pitchFamily="34" charset="0"/>
              </a:endParaRPr>
            </a:p>
          </p:txBody>
        </p:sp>
        <p:pic>
          <p:nvPicPr>
            <p:cNvPr id="40" name="Bildobjekt 39">
              <a:extLst>
                <a:ext uri="{FF2B5EF4-FFF2-40B4-BE49-F238E27FC236}">
                  <a16:creationId xmlns:a16="http://schemas.microsoft.com/office/drawing/2014/main" id="{EA63B0B1-91BD-78DA-6529-E7F4FED67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57503" y="1484959"/>
              <a:ext cx="2068641" cy="1616026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309362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2B341132-87FA-D18B-1694-9B6CF23A2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A449DA7-4F2D-AB8E-CB44-643F1FDDB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10" y="339725"/>
            <a:ext cx="7572691" cy="736600"/>
          </a:xfrm>
        </p:spPr>
        <p:txBody>
          <a:bodyPr/>
          <a:lstStyle/>
          <a:p>
            <a:r>
              <a:rPr lang="sv-SE" noProof="0" dirty="0"/>
              <a:t>Bilder</a:t>
            </a:r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B45551D5-2025-5DEF-E7B6-3344D0F36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268709"/>
            <a:ext cx="3496921" cy="2056035"/>
          </a:xfrm>
          <a:prstGeom prst="rect">
            <a:avLst/>
          </a:prstGeom>
        </p:spPr>
      </p:pic>
      <p:pic>
        <p:nvPicPr>
          <p:cNvPr id="3" name="Bildobjekt 2">
            <a:extLst>
              <a:ext uri="{FF2B5EF4-FFF2-40B4-BE49-F238E27FC236}">
                <a16:creationId xmlns:a16="http://schemas.microsoft.com/office/drawing/2014/main" id="{8E3CCCF5-401D-E3CC-5812-52ACEE2B8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6296" y="1268709"/>
            <a:ext cx="3499407" cy="2054530"/>
          </a:xfrm>
          <a:prstGeom prst="rect">
            <a:avLst/>
          </a:prstGeom>
        </p:spPr>
      </p:pic>
      <p:pic>
        <p:nvPicPr>
          <p:cNvPr id="4" name="Bildobjekt 3">
            <a:extLst>
              <a:ext uri="{FF2B5EF4-FFF2-40B4-BE49-F238E27FC236}">
                <a16:creationId xmlns:a16="http://schemas.microsoft.com/office/drawing/2014/main" id="{FA21E1B5-12DD-F79D-C6F5-1CA9A1733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566" y="1268709"/>
            <a:ext cx="3499692" cy="2056035"/>
          </a:xfrm>
          <a:prstGeom prst="rect">
            <a:avLst/>
          </a:prstGeom>
        </p:spPr>
      </p:pic>
      <p:sp>
        <p:nvSpPr>
          <p:cNvPr id="6" name="textruta 5">
            <a:extLst>
              <a:ext uri="{FF2B5EF4-FFF2-40B4-BE49-F238E27FC236}">
                <a16:creationId xmlns:a16="http://schemas.microsoft.com/office/drawing/2014/main" id="{9C1A6CBC-3BF4-FA6F-B683-018745B8AD15}"/>
              </a:ext>
            </a:extLst>
          </p:cNvPr>
          <p:cNvSpPr txBox="1"/>
          <p:nvPr/>
        </p:nvSpPr>
        <p:spPr>
          <a:xfrm>
            <a:off x="504825" y="3482975"/>
            <a:ext cx="3497611" cy="20005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sv-SE" sz="1200" b="1" noProof="0" dirty="0">
                <a:cs typeface="Arial" panose="020B0604020202020204" pitchFamily="34" charset="0"/>
              </a:rPr>
              <a:t>Infoga och jobba med bilder</a:t>
            </a:r>
          </a:p>
          <a:p>
            <a:pPr>
              <a:spcAft>
                <a:spcPts val="600"/>
              </a:spcAft>
            </a:pPr>
            <a:r>
              <a:rPr lang="sv-SE" sz="1200" noProof="0" dirty="0">
                <a:cs typeface="Arial" panose="020B0604020202020204" pitchFamily="34" charset="0"/>
              </a:rPr>
              <a:t>Infoga bild genom att klicka på bildikonen i bildplatshållaren.</a:t>
            </a:r>
          </a:p>
          <a:p>
            <a:pPr>
              <a:spcAft>
                <a:spcPts val="600"/>
              </a:spcAft>
            </a:pPr>
            <a:r>
              <a:rPr lang="sv-SE" sz="1200" noProof="0" dirty="0">
                <a:cs typeface="Arial" panose="020B0604020202020204" pitchFamily="34" charset="0"/>
              </a:rPr>
              <a:t>Det går också bra att infoga en bild genom att klicka och dra den från ett utforskarfönstret in till PowerPoint-fönstret. Det är extra användbart ifall </a:t>
            </a:r>
            <a:r>
              <a:rPr lang="sv-SE" sz="1200" noProof="0" dirty="0" err="1">
                <a:cs typeface="Arial" panose="020B0604020202020204" pitchFamily="34" charset="0"/>
              </a:rPr>
              <a:t>platshållarens</a:t>
            </a:r>
            <a:r>
              <a:rPr lang="sv-SE" sz="1200" noProof="0" dirty="0">
                <a:cs typeface="Arial" panose="020B0604020202020204" pitchFamily="34" charset="0"/>
              </a:rPr>
              <a:t> ikon är dold bakom text eller andra grafiska element.</a:t>
            </a:r>
          </a:p>
          <a:p>
            <a:r>
              <a:rPr lang="sv-SE" sz="1200" b="1" noProof="0" dirty="0">
                <a:cs typeface="Arial" panose="020B0604020202020204" pitchFamily="34" charset="0"/>
              </a:rPr>
              <a:t>OBS! </a:t>
            </a:r>
            <a:r>
              <a:rPr lang="sv-SE" sz="1200" noProof="0" dirty="0">
                <a:cs typeface="Arial" panose="020B0604020202020204" pitchFamily="34" charset="0"/>
              </a:rPr>
              <a:t>Undvik att infoga bild i Multiplatshållare (platshållare med fler än en ikon).</a:t>
            </a:r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B67E8E01-C64A-72FE-3FA5-E06FD8B0021D}"/>
              </a:ext>
            </a:extLst>
          </p:cNvPr>
          <p:cNvSpPr txBox="1"/>
          <p:nvPr/>
        </p:nvSpPr>
        <p:spPr>
          <a:xfrm>
            <a:off x="4347195" y="3482975"/>
            <a:ext cx="3497611" cy="16312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sv-SE" sz="1200" b="1" noProof="0" dirty="0">
                <a:cs typeface="Arial" panose="020B0604020202020204" pitchFamily="34" charset="0"/>
              </a:rPr>
              <a:t>Beskära bilder</a:t>
            </a:r>
          </a:p>
          <a:p>
            <a:pPr>
              <a:spcAft>
                <a:spcPts val="600"/>
              </a:spcAft>
            </a:pPr>
            <a:r>
              <a:rPr lang="sv-SE" sz="1200" noProof="0" dirty="0">
                <a:cs typeface="Arial" panose="020B0604020202020204" pitchFamily="34" charset="0"/>
              </a:rPr>
              <a:t>Markera bilden och gå till </a:t>
            </a:r>
            <a:r>
              <a:rPr lang="sv-SE" sz="1200" i="1" noProof="0" dirty="0">
                <a:cs typeface="Arial" panose="020B0604020202020204" pitchFamily="34" charset="0"/>
              </a:rPr>
              <a:t>fliken Bildformat → </a:t>
            </a:r>
            <a:br>
              <a:rPr lang="sv-SE" sz="1200" i="1" noProof="0" dirty="0">
                <a:cs typeface="Arial" panose="020B0604020202020204" pitchFamily="34" charset="0"/>
              </a:rPr>
            </a:br>
            <a:r>
              <a:rPr lang="sv-SE" sz="1200" i="1" noProof="0" dirty="0">
                <a:cs typeface="Arial" panose="020B0604020202020204" pitchFamily="34" charset="0"/>
              </a:rPr>
              <a:t>Klicka på Beskär</a:t>
            </a:r>
            <a:r>
              <a:rPr lang="sv-SE" sz="1200" noProof="0" dirty="0">
                <a:cs typeface="Arial" panose="020B0604020202020204" pitchFamily="34" charset="0"/>
              </a:rPr>
              <a:t>.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sv-SE" sz="1200" noProof="0" dirty="0">
                <a:cs typeface="Arial" panose="020B0604020202020204" pitchFamily="34" charset="0"/>
              </a:rPr>
              <a:t>Dra i de svarta handtagen för</a:t>
            </a:r>
            <a:br>
              <a:rPr lang="sv-SE" sz="1200" noProof="0" dirty="0">
                <a:cs typeface="Arial" panose="020B0604020202020204" pitchFamily="34" charset="0"/>
              </a:rPr>
            </a:br>
            <a:r>
              <a:rPr lang="sv-SE" sz="1200" noProof="0" dirty="0">
                <a:cs typeface="Arial" panose="020B0604020202020204" pitchFamily="34" charset="0"/>
              </a:rPr>
              <a:t>att beskära bilden.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v-SE" sz="1200" noProof="0" dirty="0">
                <a:cs typeface="Arial" panose="020B0604020202020204" pitchFamily="34" charset="0"/>
              </a:rPr>
              <a:t>Dra i de vita runda handtagen för att ändra storlek på bilden innanför det beskurna området.</a:t>
            </a:r>
          </a:p>
          <a:p>
            <a:r>
              <a:rPr lang="sv-SE" sz="1200" noProof="0" dirty="0" err="1">
                <a:solidFill>
                  <a:srgbClr val="0000FF"/>
                </a:solidFill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RehnAkademi</a:t>
            </a:r>
            <a:r>
              <a:rPr lang="sv-SE" sz="1200" noProof="0" dirty="0">
                <a:solidFill>
                  <a:srgbClr val="0000FF"/>
                </a:solidFill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– Beskär bilder</a:t>
            </a:r>
            <a:endParaRPr lang="sv-SE" sz="1200" noProof="0" dirty="0">
              <a:solidFill>
                <a:srgbClr val="0000FF"/>
              </a:solidFill>
              <a:cs typeface="Arial" panose="020B0604020202020204" pitchFamily="34" charset="0"/>
            </a:endParaRPr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3393B22A-4CAB-977D-6C68-F88AE0A172C1}"/>
              </a:ext>
            </a:extLst>
          </p:cNvPr>
          <p:cNvSpPr txBox="1"/>
          <p:nvPr/>
        </p:nvSpPr>
        <p:spPr>
          <a:xfrm>
            <a:off x="8189565" y="3482975"/>
            <a:ext cx="3579939" cy="20005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sv-SE" sz="1200" b="1" noProof="0" dirty="0">
                <a:cs typeface="Arial" panose="020B0604020202020204" pitchFamily="34" charset="0"/>
              </a:rPr>
              <a:t>Komprimera bilder</a:t>
            </a:r>
          </a:p>
          <a:p>
            <a:pPr>
              <a:spcAft>
                <a:spcPts val="600"/>
              </a:spcAft>
            </a:pPr>
            <a:r>
              <a:rPr lang="sv-SE" sz="1200" noProof="0" dirty="0">
                <a:cs typeface="Arial" panose="020B0604020202020204" pitchFamily="34" charset="0"/>
              </a:rPr>
              <a:t>För tunga bilder kan göra att din presentation laggar och blir långsam. Ta för vana att komprimera bilder så här:</a:t>
            </a:r>
          </a:p>
          <a:p>
            <a:pPr marL="180975" indent="-180975">
              <a:buFont typeface="+mj-lt"/>
              <a:buAutoNum type="arabicPeriod"/>
            </a:pPr>
            <a:r>
              <a:rPr lang="sv-SE" sz="1200" noProof="0" dirty="0">
                <a:cs typeface="Arial" panose="020B0604020202020204" pitchFamily="34" charset="0"/>
              </a:rPr>
              <a:t>Markera bilden och gå till fliken </a:t>
            </a:r>
            <a:r>
              <a:rPr lang="sv-SE" sz="1200" b="1" noProof="0" dirty="0">
                <a:cs typeface="Arial" panose="020B0604020202020204" pitchFamily="34" charset="0"/>
              </a:rPr>
              <a:t>Bildformat</a:t>
            </a:r>
            <a:r>
              <a:rPr lang="sv-SE" sz="1200" noProof="0" dirty="0">
                <a:cs typeface="Arial" panose="020B0604020202020204" pitchFamily="34" charset="0"/>
              </a:rPr>
              <a:t>.</a:t>
            </a:r>
          </a:p>
          <a:p>
            <a:pPr marL="180975" indent="-180975">
              <a:buFont typeface="+mj-lt"/>
              <a:buAutoNum type="arabicPeriod"/>
            </a:pPr>
            <a:r>
              <a:rPr lang="sv-SE" sz="1200" noProof="0" dirty="0">
                <a:cs typeface="Arial" panose="020B0604020202020204" pitchFamily="34" charset="0"/>
              </a:rPr>
              <a:t>Klicka på Komprimera bilder.</a:t>
            </a:r>
          </a:p>
          <a:p>
            <a:pPr marL="180975" indent="-180975">
              <a:buFont typeface="+mj-lt"/>
              <a:buAutoNum type="arabicPeriod"/>
            </a:pPr>
            <a:r>
              <a:rPr lang="sv-SE" sz="1200" noProof="0" dirty="0">
                <a:cs typeface="Arial" panose="020B0604020202020204" pitchFamily="34" charset="0"/>
              </a:rPr>
              <a:t>Klicka ur Använd endast på den här bilden om du vill komprimera alla bilder i din presentation</a:t>
            </a:r>
          </a:p>
          <a:p>
            <a:pPr marL="180975" indent="-180975">
              <a:spcAft>
                <a:spcPts val="600"/>
              </a:spcAft>
              <a:buFont typeface="+mj-lt"/>
              <a:buAutoNum type="arabicPeriod"/>
            </a:pPr>
            <a:r>
              <a:rPr lang="sv-SE" sz="1200" noProof="0" dirty="0">
                <a:cs typeface="Arial" panose="020B0604020202020204" pitchFamily="34" charset="0"/>
              </a:rPr>
              <a:t>Välj vilken upplösning du vill komprimera till.</a:t>
            </a:r>
          </a:p>
          <a:p>
            <a:r>
              <a:rPr lang="sv-SE" sz="1200" noProof="0" dirty="0" err="1">
                <a:solidFill>
                  <a:srgbClr val="0000FF"/>
                </a:solidFill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RehnAkademi</a:t>
            </a:r>
            <a:r>
              <a:rPr lang="sv-SE" sz="1200" noProof="0" dirty="0">
                <a:solidFill>
                  <a:srgbClr val="0000FF"/>
                </a:solidFill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– Komprimera bilder</a:t>
            </a:r>
            <a:endParaRPr lang="sv-SE" sz="1200" noProof="0" dirty="0">
              <a:solidFill>
                <a:srgbClr val="0000FF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076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987B2784-99DC-A5B9-812D-084599E71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371C7C0-5C47-F77B-768A-8BBBEA5DF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10" y="339725"/>
            <a:ext cx="7572691" cy="736600"/>
          </a:xfrm>
        </p:spPr>
        <p:txBody>
          <a:bodyPr/>
          <a:lstStyle/>
          <a:p>
            <a:r>
              <a:rPr lang="sv-SE" noProof="0" dirty="0"/>
              <a:t>Hjälpmedel</a:t>
            </a: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FF2FB944-7611-4AD6-FEF1-108C396CB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5" y="1268709"/>
            <a:ext cx="3499692" cy="2056035"/>
          </a:xfrm>
          <a:prstGeom prst="rect">
            <a:avLst/>
          </a:prstGeom>
        </p:spPr>
      </p:pic>
      <p:sp>
        <p:nvSpPr>
          <p:cNvPr id="4" name="textruta 3">
            <a:extLst>
              <a:ext uri="{FF2B5EF4-FFF2-40B4-BE49-F238E27FC236}">
                <a16:creationId xmlns:a16="http://schemas.microsoft.com/office/drawing/2014/main" id="{8DF34C04-9954-8D37-4E0E-05AF16C77811}"/>
              </a:ext>
            </a:extLst>
          </p:cNvPr>
          <p:cNvSpPr txBox="1"/>
          <p:nvPr/>
        </p:nvSpPr>
        <p:spPr>
          <a:xfrm>
            <a:off x="504826" y="3482975"/>
            <a:ext cx="3355076" cy="10002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sv-SE" sz="1200" b="1" noProof="0" dirty="0">
                <a:cs typeface="Arial" panose="020B0604020202020204" pitchFamily="34" charset="0"/>
              </a:rPr>
              <a:t>Hur tar jag fram stödlinjer?</a:t>
            </a:r>
          </a:p>
          <a:p>
            <a:r>
              <a:rPr lang="sv-SE" sz="1200" noProof="0" dirty="0">
                <a:cs typeface="Arial" panose="020B0604020202020204" pitchFamily="34" charset="0"/>
              </a:rPr>
              <a:t>Mallens stödlinjer är ett användbart hjälpmedel när man jobbar med innehåll i sin presentation.</a:t>
            </a:r>
          </a:p>
          <a:p>
            <a:pPr>
              <a:spcAft>
                <a:spcPts val="600"/>
              </a:spcAft>
            </a:pPr>
            <a:r>
              <a:rPr lang="sv-SE" sz="1200" noProof="0" dirty="0">
                <a:cs typeface="Arial" panose="020B0604020202020204" pitchFamily="34" charset="0"/>
              </a:rPr>
              <a:t>Kryssa </a:t>
            </a:r>
            <a:r>
              <a:rPr lang="sv-SE" sz="1200" i="1" noProof="0" dirty="0">
                <a:cs typeface="Arial" panose="020B0604020202020204" pitchFamily="34" charset="0"/>
              </a:rPr>
              <a:t>Stödlinjer</a:t>
            </a:r>
            <a:r>
              <a:rPr lang="sv-SE" sz="1200" noProof="0" dirty="0">
                <a:cs typeface="Arial" panose="020B0604020202020204" pitchFamily="34" charset="0"/>
              </a:rPr>
              <a:t> under </a:t>
            </a:r>
            <a:r>
              <a:rPr lang="sv-SE" sz="1200" i="1" noProof="0" dirty="0">
                <a:cs typeface="Arial" panose="020B0604020202020204" pitchFamily="34" charset="0"/>
              </a:rPr>
              <a:t>fliken Visa.</a:t>
            </a:r>
          </a:p>
          <a:p>
            <a:r>
              <a:rPr lang="sv-SE" sz="1200" noProof="0" dirty="0" err="1">
                <a:solidFill>
                  <a:srgbClr val="0000FF"/>
                </a:solidFill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RehnAkademi</a:t>
            </a:r>
            <a:r>
              <a:rPr lang="sv-SE" sz="1200" noProof="0" dirty="0">
                <a:solidFill>
                  <a:srgbClr val="0000FF"/>
                </a:solidFill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– Använd rutnät och stödlinjer</a:t>
            </a:r>
            <a:endParaRPr lang="sv-SE" sz="1200" noProof="0" dirty="0">
              <a:solidFill>
                <a:srgbClr val="0000FF"/>
              </a:solidFill>
              <a:cs typeface="Arial" panose="020B0604020202020204" pitchFamily="34" charset="0"/>
            </a:endParaRPr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B661277D-C8FF-79F4-3300-2944F542F0A4}"/>
              </a:ext>
            </a:extLst>
          </p:cNvPr>
          <p:cNvSpPr txBox="1"/>
          <p:nvPr/>
        </p:nvSpPr>
        <p:spPr>
          <a:xfrm>
            <a:off x="4347195" y="3482975"/>
            <a:ext cx="3497611" cy="16312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sv-SE" sz="1200" b="1" noProof="0" dirty="0">
                <a:cs typeface="Arial" panose="020B0604020202020204" pitchFamily="34" charset="0"/>
              </a:rPr>
              <a:t>Hur redigerar jag sidfot och sidhuvud?</a:t>
            </a:r>
          </a:p>
          <a:p>
            <a:pPr>
              <a:spcAft>
                <a:spcPts val="600"/>
              </a:spcAft>
            </a:pPr>
            <a:r>
              <a:rPr lang="sv-SE" sz="1200" noProof="0" dirty="0">
                <a:cs typeface="Arial" panose="020B0604020202020204" pitchFamily="34" charset="0"/>
              </a:rPr>
              <a:t>Under fliken</a:t>
            </a:r>
            <a:r>
              <a:rPr lang="sv-SE" sz="1200" i="1" noProof="0" dirty="0">
                <a:cs typeface="Arial" panose="020B0604020202020204" pitchFamily="34" charset="0"/>
              </a:rPr>
              <a:t> Infoga</a:t>
            </a:r>
            <a:r>
              <a:rPr lang="sv-SE" sz="1200" noProof="0" dirty="0">
                <a:cs typeface="Arial" panose="020B0604020202020204" pitchFamily="34" charset="0"/>
              </a:rPr>
              <a:t> hittar du </a:t>
            </a:r>
            <a:r>
              <a:rPr lang="sv-SE" sz="1200" i="1" noProof="0" dirty="0">
                <a:cs typeface="Arial" panose="020B0604020202020204" pitchFamily="34" charset="0"/>
              </a:rPr>
              <a:t>Sidhuvud och sidfot</a:t>
            </a:r>
            <a:r>
              <a:rPr lang="sv-SE" sz="1200" noProof="0" dirty="0">
                <a:cs typeface="Arial" panose="020B0604020202020204" pitchFamily="34" charset="0"/>
              </a:rPr>
              <a:t>. När du klickar här öppnas en dialogruta med olika val du kan göra för att redigera sidfot och sidhuvud.</a:t>
            </a:r>
          </a:p>
          <a:p>
            <a:pPr>
              <a:spcAft>
                <a:spcPts val="600"/>
              </a:spcAft>
            </a:pPr>
            <a:r>
              <a:rPr lang="sv-SE" sz="1200" noProof="0" dirty="0">
                <a:cs typeface="Arial" panose="020B0604020202020204" pitchFamily="34" charset="0"/>
              </a:rPr>
              <a:t>Vill du att dina ändringar ska gälla för alla layouter väljer du </a:t>
            </a:r>
            <a:r>
              <a:rPr lang="sv-SE" sz="1200" i="1" noProof="0" dirty="0">
                <a:cs typeface="Arial" panose="020B0604020202020204" pitchFamily="34" charset="0"/>
              </a:rPr>
              <a:t>Använd för alla</a:t>
            </a:r>
            <a:r>
              <a:rPr lang="sv-SE" sz="1200" noProof="0" dirty="0">
                <a:cs typeface="Arial" panose="020B0604020202020204" pitchFamily="34" charset="0"/>
              </a:rPr>
              <a:t>. Vill du bara ändra på sidan du står på väljer du </a:t>
            </a:r>
            <a:r>
              <a:rPr lang="sv-SE" sz="1200" i="1" noProof="0" dirty="0">
                <a:cs typeface="Arial" panose="020B0604020202020204" pitchFamily="34" charset="0"/>
              </a:rPr>
              <a:t>Använd</a:t>
            </a:r>
            <a:r>
              <a:rPr lang="sv-SE" sz="1200" noProof="0" dirty="0">
                <a:cs typeface="Arial" panose="020B0604020202020204" pitchFamily="34" charset="0"/>
              </a:rPr>
              <a:t>.</a:t>
            </a:r>
            <a:endParaRPr lang="sv-SE" sz="1200" b="1" noProof="0" dirty="0">
              <a:cs typeface="Arial" panose="020B0604020202020204" pitchFamily="34" charset="0"/>
            </a:endParaRPr>
          </a:p>
          <a:p>
            <a:r>
              <a:rPr lang="sv-SE" sz="1200" noProof="0" dirty="0" err="1">
                <a:solidFill>
                  <a:srgbClr val="0000FF"/>
                </a:solidFill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RehnAkademi</a:t>
            </a:r>
            <a:r>
              <a:rPr lang="sv-SE" sz="1200" noProof="0" dirty="0">
                <a:solidFill>
                  <a:srgbClr val="0000FF"/>
                </a:solidFill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– Infoga sidhuvud och sidfot</a:t>
            </a:r>
            <a:endParaRPr lang="sv-SE" sz="1200" noProof="0" dirty="0">
              <a:solidFill>
                <a:srgbClr val="0000FF"/>
              </a:solidFill>
              <a:cs typeface="Arial" panose="020B0604020202020204" pitchFamily="34" charset="0"/>
            </a:endParaRPr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A0F7D012-8F90-7CBD-30C5-F37EE4FFB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566" y="1268709"/>
            <a:ext cx="3499692" cy="2056035"/>
          </a:xfrm>
          <a:prstGeom prst="rect">
            <a:avLst/>
          </a:prstGeom>
        </p:spPr>
      </p:pic>
      <p:sp>
        <p:nvSpPr>
          <p:cNvPr id="11" name="textruta 10">
            <a:extLst>
              <a:ext uri="{FF2B5EF4-FFF2-40B4-BE49-F238E27FC236}">
                <a16:creationId xmlns:a16="http://schemas.microsoft.com/office/drawing/2014/main" id="{8322A106-2480-298A-F3C2-C2982CCE5E92}"/>
              </a:ext>
            </a:extLst>
          </p:cNvPr>
          <p:cNvSpPr txBox="1"/>
          <p:nvPr/>
        </p:nvSpPr>
        <p:spPr>
          <a:xfrm>
            <a:off x="8189566" y="3482975"/>
            <a:ext cx="3644533" cy="20774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sv-SE" sz="1200" b="1" noProof="0" dirty="0">
                <a:cs typeface="Arial" panose="020B0604020202020204" pitchFamily="34" charset="0"/>
              </a:rPr>
              <a:t>Anteckningar</a:t>
            </a:r>
          </a:p>
          <a:p>
            <a:pPr>
              <a:spcAft>
                <a:spcPts val="600"/>
              </a:spcAft>
            </a:pPr>
            <a:r>
              <a:rPr lang="sv-SE" sz="1200" noProof="0" dirty="0">
                <a:cs typeface="Arial" panose="020B0604020202020204" pitchFamily="34" charset="0"/>
              </a:rPr>
              <a:t>Skala ner mängden text som visas på sidan och </a:t>
            </a:r>
            <a:br>
              <a:rPr lang="sv-SE" sz="1200" noProof="0" dirty="0">
                <a:cs typeface="Arial" panose="020B0604020202020204" pitchFamily="34" charset="0"/>
              </a:rPr>
            </a:br>
            <a:r>
              <a:rPr lang="sv-SE" sz="1200" noProof="0" dirty="0">
                <a:cs typeface="Arial" panose="020B0604020202020204" pitchFamily="34" charset="0"/>
              </a:rPr>
              <a:t>lägg ursprungstexten i Anteckningar:</a:t>
            </a:r>
          </a:p>
          <a:p>
            <a:pPr marL="180975" indent="-180975">
              <a:buFont typeface="+mj-lt"/>
              <a:buAutoNum type="arabicPeriod"/>
            </a:pPr>
            <a:r>
              <a:rPr lang="sv-SE" sz="1200" noProof="0" dirty="0">
                <a:cs typeface="Arial" panose="020B0604020202020204" pitchFamily="34" charset="0"/>
              </a:rPr>
              <a:t>Gå till fliken</a:t>
            </a:r>
            <a:r>
              <a:rPr lang="sv-SE" sz="1200" i="1" noProof="0" dirty="0">
                <a:cs typeface="Arial" panose="020B0604020202020204" pitchFamily="34" charset="0"/>
              </a:rPr>
              <a:t> Visa </a:t>
            </a:r>
            <a:r>
              <a:rPr lang="sv-SE" sz="1200" noProof="0" dirty="0">
                <a:cs typeface="Arial" panose="020B0604020202020204" pitchFamily="34" charset="0"/>
              </a:rPr>
              <a:t>och klicka på </a:t>
            </a:r>
            <a:r>
              <a:rPr lang="sv-SE" sz="1200" i="1" noProof="0" dirty="0">
                <a:cs typeface="Arial" panose="020B0604020202020204" pitchFamily="34" charset="0"/>
              </a:rPr>
              <a:t>Anteckningar</a:t>
            </a:r>
          </a:p>
          <a:p>
            <a:pPr marL="180975" indent="-180975">
              <a:buFont typeface="+mj-lt"/>
              <a:buAutoNum type="arabicPeriod"/>
            </a:pPr>
            <a:r>
              <a:rPr lang="sv-SE" sz="1200" noProof="0" dirty="0">
                <a:cs typeface="Arial" panose="020B0604020202020204" pitchFamily="34" charset="0"/>
              </a:rPr>
              <a:t>Längst ned i fönstret visas Anteckningar.</a:t>
            </a:r>
          </a:p>
          <a:p>
            <a:pPr marL="180975" indent="-180975">
              <a:spcAft>
                <a:spcPts val="600"/>
              </a:spcAft>
              <a:buFont typeface="+mj-lt"/>
              <a:buAutoNum type="arabicPeriod"/>
            </a:pPr>
            <a:r>
              <a:rPr lang="sv-SE" sz="1200" noProof="0" dirty="0">
                <a:cs typeface="Arial" panose="020B0604020202020204" pitchFamily="34" charset="0"/>
              </a:rPr>
              <a:t>Klistra in ditt material här.</a:t>
            </a:r>
          </a:p>
          <a:p>
            <a:pPr>
              <a:spcAft>
                <a:spcPts val="600"/>
              </a:spcAft>
            </a:pPr>
            <a:r>
              <a:rPr lang="sv-SE" sz="1200" noProof="0" dirty="0">
                <a:cs typeface="Arial" panose="020B0604020202020204" pitchFamily="34" charset="0"/>
              </a:rPr>
              <a:t>Text som läggs i Anteckningar blir även tillgängliga </a:t>
            </a:r>
            <a:br>
              <a:rPr lang="sv-SE" sz="1200" noProof="0" dirty="0">
                <a:cs typeface="Arial" panose="020B0604020202020204" pitchFamily="34" charset="0"/>
              </a:rPr>
            </a:br>
            <a:r>
              <a:rPr lang="sv-SE" sz="1200" noProof="0" dirty="0">
                <a:cs typeface="Arial" panose="020B0604020202020204" pitchFamily="34" charset="0"/>
              </a:rPr>
              <a:t>för presentatören i </a:t>
            </a:r>
            <a:r>
              <a:rPr lang="sv-SE" sz="1200" i="1" noProof="0" dirty="0">
                <a:cs typeface="Arial" panose="020B0604020202020204" pitchFamily="34" charset="0"/>
              </a:rPr>
              <a:t>Föredragshållarvyn</a:t>
            </a:r>
            <a:r>
              <a:rPr lang="sv-SE" sz="1200" noProof="0" dirty="0">
                <a:cs typeface="Arial" panose="020B0604020202020204" pitchFamily="34" charset="0"/>
              </a:rPr>
              <a:t>. Där kan det användas som manus för varje </a:t>
            </a:r>
            <a:r>
              <a:rPr lang="sv-SE" sz="1200" noProof="0" dirty="0" err="1">
                <a:cs typeface="Arial" panose="020B0604020202020204" pitchFamily="34" charset="0"/>
              </a:rPr>
              <a:t>slide</a:t>
            </a:r>
            <a:r>
              <a:rPr lang="sv-SE" sz="1200" noProof="0" dirty="0">
                <a:cs typeface="Arial" panose="020B0604020202020204" pitchFamily="34" charset="0"/>
              </a:rPr>
              <a:t>.</a:t>
            </a:r>
          </a:p>
          <a:p>
            <a:r>
              <a:rPr lang="sv-SE" sz="1200" noProof="0" dirty="0" err="1">
                <a:solidFill>
                  <a:srgbClr val="0000FF"/>
                </a:solidFill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RehnAkademi</a:t>
            </a:r>
            <a:r>
              <a:rPr lang="sv-SE" sz="1200" noProof="0" dirty="0">
                <a:solidFill>
                  <a:srgbClr val="0000FF"/>
                </a:solidFill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– Använd anteckningar</a:t>
            </a:r>
            <a:endParaRPr lang="sv-SE" sz="1200" noProof="0" dirty="0">
              <a:solidFill>
                <a:srgbClr val="0000FF"/>
              </a:solidFill>
              <a:cs typeface="Arial" panose="020B0604020202020204" pitchFamily="34" charset="0"/>
            </a:endParaRPr>
          </a:p>
        </p:txBody>
      </p:sp>
      <p:grpSp>
        <p:nvGrpSpPr>
          <p:cNvPr id="23" name="Grupp 22">
            <a:extLst>
              <a:ext uri="{FF2B5EF4-FFF2-40B4-BE49-F238E27FC236}">
                <a16:creationId xmlns:a16="http://schemas.microsoft.com/office/drawing/2014/main" id="{07B19D52-F433-5F1B-4491-7C1B4910D02D}"/>
              </a:ext>
            </a:extLst>
          </p:cNvPr>
          <p:cNvGrpSpPr/>
          <p:nvPr/>
        </p:nvGrpSpPr>
        <p:grpSpPr>
          <a:xfrm>
            <a:off x="4348581" y="1268709"/>
            <a:ext cx="3496921" cy="2056035"/>
            <a:chOff x="4348581" y="1268709"/>
            <a:chExt cx="3496921" cy="2056035"/>
          </a:xfrm>
        </p:grpSpPr>
        <p:pic>
          <p:nvPicPr>
            <p:cNvPr id="7" name="Bildobjekt 6">
              <a:extLst>
                <a:ext uri="{FF2B5EF4-FFF2-40B4-BE49-F238E27FC236}">
                  <a16:creationId xmlns:a16="http://schemas.microsoft.com/office/drawing/2014/main" id="{87BB3381-CB68-ED08-A936-D8A133636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8581" y="1268709"/>
              <a:ext cx="3496921" cy="2056035"/>
            </a:xfrm>
            <a:prstGeom prst="rect">
              <a:avLst/>
            </a:prstGeom>
          </p:spPr>
        </p:pic>
        <p:pic>
          <p:nvPicPr>
            <p:cNvPr id="19" name="Bildobjekt 18">
              <a:extLst>
                <a:ext uri="{FF2B5EF4-FFF2-40B4-BE49-F238E27FC236}">
                  <a16:creationId xmlns:a16="http://schemas.microsoft.com/office/drawing/2014/main" id="{47FFFF0B-AC08-41EA-875F-2A9132F02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782316" y="1590420"/>
              <a:ext cx="2466000" cy="15376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2805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7FAC77-C06C-6318-FC45-49A6BEB03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02DD72D-2309-15C1-0A1A-234977C1D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510" y="339725"/>
            <a:ext cx="7572691" cy="736600"/>
          </a:xfrm>
        </p:spPr>
        <p:txBody>
          <a:bodyPr/>
          <a:lstStyle/>
          <a:p>
            <a:r>
              <a:rPr lang="sv-SE" noProof="0" dirty="0"/>
              <a:t>Hantera dokument</a:t>
            </a: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42C4B67B-46E5-3E47-4A41-4D1453DAA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5" y="1268709"/>
            <a:ext cx="3499692" cy="2053264"/>
          </a:xfrm>
          <a:prstGeom prst="rect">
            <a:avLst/>
          </a:prstGeom>
        </p:spPr>
      </p:pic>
      <p:sp>
        <p:nvSpPr>
          <p:cNvPr id="5" name="textruta 4">
            <a:extLst>
              <a:ext uri="{FF2B5EF4-FFF2-40B4-BE49-F238E27FC236}">
                <a16:creationId xmlns:a16="http://schemas.microsoft.com/office/drawing/2014/main" id="{D41D7E83-729F-6EB4-B6DA-35CB56963E2B}"/>
              </a:ext>
            </a:extLst>
          </p:cNvPr>
          <p:cNvSpPr txBox="1"/>
          <p:nvPr/>
        </p:nvSpPr>
        <p:spPr>
          <a:xfrm>
            <a:off x="504826" y="3482975"/>
            <a:ext cx="3346984" cy="10002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sv-SE" sz="1200" b="1" noProof="0" dirty="0">
                <a:cs typeface="Arial" panose="020B0604020202020204" pitchFamily="34" charset="0"/>
              </a:rPr>
              <a:t>Kommentarer</a:t>
            </a:r>
          </a:p>
          <a:p>
            <a:pPr>
              <a:spcAft>
                <a:spcPts val="600"/>
              </a:spcAft>
            </a:pPr>
            <a:r>
              <a:rPr lang="sv-SE" sz="1200" noProof="0" dirty="0">
                <a:cs typeface="Arial" panose="020B0604020202020204" pitchFamily="34" charset="0"/>
              </a:rPr>
              <a:t>Inbyggt i PowerPoint finns möjligheten att lägga till kommentarer till </a:t>
            </a:r>
            <a:r>
              <a:rPr lang="sv-SE" sz="1200" noProof="0" dirty="0" err="1">
                <a:cs typeface="Arial" panose="020B0604020202020204" pitchFamily="34" charset="0"/>
              </a:rPr>
              <a:t>slides</a:t>
            </a:r>
            <a:r>
              <a:rPr lang="sv-SE" sz="1200" noProof="0" dirty="0">
                <a:cs typeface="Arial" panose="020B0604020202020204" pitchFamily="34" charset="0"/>
              </a:rPr>
              <a:t>.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sv-SE" sz="1200" noProof="0" dirty="0">
                <a:cs typeface="Arial" panose="020B0604020202020204" pitchFamily="34" charset="0"/>
              </a:rPr>
              <a:t>Gå till fliken</a:t>
            </a:r>
            <a:r>
              <a:rPr lang="sv-SE" sz="1200" i="1" noProof="0" dirty="0">
                <a:cs typeface="Arial" panose="020B0604020202020204" pitchFamily="34" charset="0"/>
              </a:rPr>
              <a:t> Granska → Ny kommentar</a:t>
            </a:r>
            <a:r>
              <a:rPr lang="sv-SE" sz="1200" noProof="0" dirty="0">
                <a:cs typeface="Arial" panose="020B0604020202020204" pitchFamily="34" charset="0"/>
              </a:rPr>
              <a:t>.</a:t>
            </a:r>
          </a:p>
          <a:p>
            <a:pPr marL="144000" indent="-144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v-SE" sz="1200" noProof="0" dirty="0">
                <a:cs typeface="Arial" panose="020B0604020202020204" pitchFamily="34" charset="0"/>
              </a:rPr>
              <a:t>Fyll i din kommentar i panelen till höger.</a:t>
            </a:r>
            <a:endParaRPr lang="sv-SE" sz="1200" noProof="0" dirty="0">
              <a:solidFill>
                <a:srgbClr val="0000FF"/>
              </a:solidFill>
              <a:cs typeface="Arial" panose="020B0604020202020204" pitchFamily="34" charset="0"/>
            </a:endParaRP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637284B9-AEBE-095C-7A24-597198F33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581" y="1268709"/>
            <a:ext cx="3496921" cy="2053264"/>
          </a:xfrm>
          <a:prstGeom prst="rect">
            <a:avLst/>
          </a:prstGeom>
        </p:spPr>
      </p:pic>
      <p:sp>
        <p:nvSpPr>
          <p:cNvPr id="7" name="textruta 6">
            <a:extLst>
              <a:ext uri="{FF2B5EF4-FFF2-40B4-BE49-F238E27FC236}">
                <a16:creationId xmlns:a16="http://schemas.microsoft.com/office/drawing/2014/main" id="{97B93B2B-5146-ECFF-AE87-EE48E6F20ABF}"/>
              </a:ext>
            </a:extLst>
          </p:cNvPr>
          <p:cNvSpPr txBox="1"/>
          <p:nvPr/>
        </p:nvSpPr>
        <p:spPr>
          <a:xfrm>
            <a:off x="4347195" y="3482975"/>
            <a:ext cx="3603006" cy="25237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sv-SE" sz="1200" b="1" noProof="0" dirty="0">
                <a:cs typeface="Arial" panose="020B0604020202020204" pitchFamily="34" charset="0"/>
              </a:rPr>
              <a:t>Avsnitt</a:t>
            </a:r>
          </a:p>
          <a:p>
            <a:pPr>
              <a:spcAft>
                <a:spcPts val="600"/>
              </a:spcAft>
            </a:pPr>
            <a:r>
              <a:rPr lang="sv-SE" sz="1200" noProof="0" dirty="0">
                <a:cs typeface="Arial" panose="020B0604020202020204" pitchFamily="34" charset="0"/>
              </a:rPr>
              <a:t>Avsnitt är ett sätt att dela upp presentationen i separata delar för en enklare överblick.</a:t>
            </a:r>
          </a:p>
          <a:p>
            <a:pPr marL="180975" indent="-180975">
              <a:buFont typeface="+mj-lt"/>
              <a:buAutoNum type="arabicPeriod"/>
            </a:pPr>
            <a:r>
              <a:rPr lang="sv-SE" sz="1200" noProof="0" dirty="0">
                <a:cs typeface="Arial" panose="020B0604020202020204" pitchFamily="34" charset="0"/>
              </a:rPr>
              <a:t>Ställ markören i vänsterspalten där du vill infoga ditt avsnitt</a:t>
            </a:r>
          </a:p>
          <a:p>
            <a:pPr marL="180975" indent="-180975">
              <a:spcAft>
                <a:spcPts val="600"/>
              </a:spcAft>
              <a:buFont typeface="+mj-lt"/>
              <a:buAutoNum type="arabicPeriod"/>
            </a:pPr>
            <a:r>
              <a:rPr lang="sv-SE" sz="1200" noProof="0" dirty="0">
                <a:cs typeface="Arial" panose="020B0604020202020204" pitchFamily="34" charset="0"/>
              </a:rPr>
              <a:t>Högerklicka på markören och välj Lägg till avsnitt.</a:t>
            </a:r>
          </a:p>
          <a:p>
            <a:pPr>
              <a:spcAft>
                <a:spcPts val="600"/>
              </a:spcAft>
            </a:pPr>
            <a:r>
              <a:rPr lang="sv-SE" sz="1200" noProof="0" dirty="0">
                <a:cs typeface="Arial" panose="020B0604020202020204" pitchFamily="34" charset="0"/>
              </a:rPr>
              <a:t>När avsnitten är skapade kan man tända och släcka respektive för att få en bättre överblick över presentationens innehåll.</a:t>
            </a:r>
          </a:p>
          <a:p>
            <a:pPr>
              <a:spcAft>
                <a:spcPts val="600"/>
              </a:spcAft>
            </a:pPr>
            <a:r>
              <a:rPr lang="sv-SE" sz="1200" b="1" noProof="0" dirty="0">
                <a:cs typeface="Arial" panose="020B0604020202020204" pitchFamily="34" charset="0"/>
              </a:rPr>
              <a:t>OBS! </a:t>
            </a:r>
            <a:r>
              <a:rPr lang="sv-SE" sz="1200" noProof="0" dirty="0">
                <a:cs typeface="Arial" panose="020B0604020202020204" pitchFamily="34" charset="0"/>
              </a:rPr>
              <a:t>Första rubriken i ett nytt avsnitt exporteras som Rubrik 1 (H1) när presentationen sparas som PDF.</a:t>
            </a:r>
          </a:p>
          <a:p>
            <a:r>
              <a:rPr lang="sv-SE" sz="1200" noProof="0" dirty="0" err="1">
                <a:solidFill>
                  <a:srgbClr val="0000FF"/>
                </a:solidFill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RehnAkademi</a:t>
            </a:r>
            <a:r>
              <a:rPr lang="sv-SE" sz="1200" noProof="0" dirty="0">
                <a:solidFill>
                  <a:srgbClr val="0000FF"/>
                </a:solidFill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– Skapa avsnitt</a:t>
            </a:r>
            <a:endParaRPr lang="sv-SE" sz="1200" noProof="0" dirty="0">
              <a:solidFill>
                <a:srgbClr val="0000FF"/>
              </a:solidFill>
              <a:cs typeface="Arial" panose="020B0604020202020204" pitchFamily="34" charset="0"/>
            </a:endParaRPr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6C6F85AB-7E53-EE91-D830-EC017CBD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566" y="1268709"/>
            <a:ext cx="3499692" cy="2053264"/>
          </a:xfrm>
          <a:prstGeom prst="rect">
            <a:avLst/>
          </a:prstGeom>
        </p:spPr>
      </p:pic>
      <p:sp>
        <p:nvSpPr>
          <p:cNvPr id="9" name="textruta 8">
            <a:extLst>
              <a:ext uri="{FF2B5EF4-FFF2-40B4-BE49-F238E27FC236}">
                <a16:creationId xmlns:a16="http://schemas.microsoft.com/office/drawing/2014/main" id="{52E959D0-9442-B4A3-E194-0B8C99389435}"/>
              </a:ext>
            </a:extLst>
          </p:cNvPr>
          <p:cNvSpPr txBox="1"/>
          <p:nvPr/>
        </p:nvSpPr>
        <p:spPr>
          <a:xfrm>
            <a:off x="8189566" y="3482975"/>
            <a:ext cx="3497611" cy="18158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sv-SE" sz="1200" b="1" noProof="0" dirty="0">
                <a:cs typeface="Arial" panose="020B0604020202020204" pitchFamily="34" charset="0"/>
              </a:rPr>
              <a:t>Spara som PDF</a:t>
            </a:r>
          </a:p>
          <a:p>
            <a:pPr>
              <a:spcAft>
                <a:spcPts val="600"/>
              </a:spcAft>
            </a:pPr>
            <a:r>
              <a:rPr lang="sv-SE" sz="1200" noProof="0" dirty="0">
                <a:cs typeface="Arial" panose="020B0604020202020204" pitchFamily="34" charset="0"/>
              </a:rPr>
              <a:t>Att spara sitt dokument som PDF är en bra idé när det ska mailas eller skickas för granskning. PDF-formatet väger inte lika mycket som en presentationsfil.</a:t>
            </a:r>
          </a:p>
          <a:p>
            <a:pPr marL="180975" indent="-180975">
              <a:buFont typeface="+mj-lt"/>
              <a:buAutoNum type="arabicPeriod"/>
            </a:pPr>
            <a:r>
              <a:rPr lang="sv-SE" sz="1200" noProof="0" dirty="0">
                <a:cs typeface="Arial" panose="020B0604020202020204" pitchFamily="34" charset="0"/>
              </a:rPr>
              <a:t>Gå till Arkiv och tryck Spara som.</a:t>
            </a:r>
          </a:p>
          <a:p>
            <a:pPr marL="180975" indent="-180975">
              <a:buFont typeface="+mj-lt"/>
              <a:buAutoNum type="arabicPeriod"/>
            </a:pPr>
            <a:r>
              <a:rPr lang="sv-SE" sz="1200" noProof="0" dirty="0">
                <a:cs typeface="Arial" panose="020B0604020202020204" pitchFamily="34" charset="0"/>
              </a:rPr>
              <a:t>Klicka på rullistan Filformat och välj PDF.</a:t>
            </a:r>
          </a:p>
          <a:p>
            <a:pPr marL="180975" indent="-180975">
              <a:spcAft>
                <a:spcPts val="600"/>
              </a:spcAft>
              <a:buFont typeface="+mj-lt"/>
              <a:buAutoNum type="arabicPeriod"/>
            </a:pPr>
            <a:r>
              <a:rPr lang="sv-SE" sz="1200" noProof="0" dirty="0">
                <a:cs typeface="Arial" panose="020B0604020202020204" pitchFamily="34" charset="0"/>
              </a:rPr>
              <a:t>Tryck på Spara</a:t>
            </a:r>
          </a:p>
          <a:p>
            <a:pPr>
              <a:spcAft>
                <a:spcPts val="600"/>
              </a:spcAft>
            </a:pPr>
            <a:r>
              <a:rPr lang="sv-SE" sz="1200" noProof="0" dirty="0" err="1">
                <a:solidFill>
                  <a:srgbClr val="0000FF"/>
                </a:solidFill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RehnAkademi</a:t>
            </a:r>
            <a:r>
              <a:rPr lang="sv-SE" sz="1200" noProof="0" dirty="0">
                <a:solidFill>
                  <a:srgbClr val="0000FF"/>
                </a:solidFill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– Spara PowerPoint som en </a:t>
            </a:r>
            <a:r>
              <a:rPr lang="sv-SE" sz="1200" noProof="0" dirty="0" err="1">
                <a:solidFill>
                  <a:srgbClr val="0000FF"/>
                </a:solidFill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pdf</a:t>
            </a:r>
            <a:endParaRPr lang="sv-SE" sz="1200" noProof="0" dirty="0">
              <a:solidFill>
                <a:srgbClr val="0000FF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887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CCDADE50-82EE-B084-862B-4484F3FD27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4B34A5FB-C201-0A6A-DA7E-16F03660BC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41337108-0CA7-1FD5-D4B1-2965450BDA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47022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253DB5F-3F5D-46FD-3C4D-E18DCF098B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51132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E7013FBC-9F8F-D381-9AC9-123E5378B6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D56A7FF5-6097-1218-6A95-9D7AC5792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1E7E958-BABD-DD9D-5D39-56C84C6C5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03DC0-DFD3-49DC-95E8-F06A6717372D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250F5F7-0882-E873-374A-F8C0C3E81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BD38622-F38D-30EF-AC29-61A5874C2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pPr/>
              <a:t>7</a:t>
            </a:fld>
            <a:endParaRPr lang="sv-SE" dirty="0"/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5A6A60F0-F263-53F8-95B8-B104008B84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74101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18FD5957-2821-70B4-D4EF-2E04707247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8C043CBC-BE84-7908-A51D-A883DCD522A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 3">
            <a:extLst>
              <a:ext uri="{FF2B5EF4-FFF2-40B4-BE49-F238E27FC236}">
                <a16:creationId xmlns:a16="http://schemas.microsoft.com/office/drawing/2014/main" id="{31098839-ED04-3225-50DD-FAB8217DFA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DD3AF079-0830-4817-C26F-4F8E90B8A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B0877-37EE-48D5-AFE0-6A9DD7A7A031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71A646A-0CE5-54CD-4116-E436B3C2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7" name="Rubrik 6">
            <a:extLst>
              <a:ext uri="{FF2B5EF4-FFF2-40B4-BE49-F238E27FC236}">
                <a16:creationId xmlns:a16="http://schemas.microsoft.com/office/drawing/2014/main" id="{6558EBD8-FEA7-E632-D566-9345E806E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14D4733D-EC99-A0BB-AD99-BDAFBAD130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23EEF637-2CD1-306D-1075-47E3CD7BE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pPr/>
              <a:t>8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842217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620F3170-5811-7983-0334-718DD91AE1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2E6BC91D-EBDE-BE6F-3B30-9759055C9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57773-2E2C-47AF-AB53-D548270C62A8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D684E759-4EBF-AF78-B677-264C8080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AA6EDAC4-5A7B-8178-CB55-9999AA25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pPr/>
              <a:t>9</a:t>
            </a:fld>
            <a:endParaRPr lang="sv-SE" dirty="0"/>
          </a:p>
        </p:txBody>
      </p:sp>
      <p:sp>
        <p:nvSpPr>
          <p:cNvPr id="6" name="Platshållare för text 5">
            <a:extLst>
              <a:ext uri="{FF2B5EF4-FFF2-40B4-BE49-F238E27FC236}">
                <a16:creationId xmlns:a16="http://schemas.microsoft.com/office/drawing/2014/main" id="{46BC0BF9-A25E-F4BE-F19D-DF981A00FD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DBD80190-A4CB-AD62-DBD9-6B35466299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26203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AB46DDAB-4AA4-7BBB-BB41-4EB8D21893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AAA36C2C-C2D9-EBDC-D129-4F53920A03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D6FCAF6-992E-274D-4175-8E9A5F7C2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01D9-DA85-445D-AD65-CFF69A15C4E0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4B54042-E34E-CF19-ED3B-05B4B867D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03834F5-D048-4166-70A9-5D945B15E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pPr/>
              <a:t>10</a:t>
            </a:fld>
            <a:endParaRPr lang="sv-SE" dirty="0"/>
          </a:p>
        </p:txBody>
      </p:sp>
      <p:sp>
        <p:nvSpPr>
          <p:cNvPr id="7" name="Rubrik 6">
            <a:extLst>
              <a:ext uri="{FF2B5EF4-FFF2-40B4-BE49-F238E27FC236}">
                <a16:creationId xmlns:a16="http://schemas.microsoft.com/office/drawing/2014/main" id="{676CA880-97DD-03DA-A616-D2996B1A8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DEB9B584-B003-B031-0325-57F31EC07B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59402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7226CBF3-4C6F-E887-F254-DF68778AD2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DA08F6A-CF60-2075-4AF5-679B31B4D4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5C626F8-036F-09D9-48C5-4BD9BA9DD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679E2-834C-48DE-86EA-42376981FE42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2D836D1-74BD-88D9-1FF7-28EF8E8C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3C23B72-544B-000D-8FF5-485348D0D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pPr/>
              <a:t>11</a:t>
            </a:fld>
            <a:endParaRPr lang="sv-SE" dirty="0"/>
          </a:p>
        </p:txBody>
      </p:sp>
      <p:sp>
        <p:nvSpPr>
          <p:cNvPr id="7" name="Rubrik 6">
            <a:extLst>
              <a:ext uri="{FF2B5EF4-FFF2-40B4-BE49-F238E27FC236}">
                <a16:creationId xmlns:a16="http://schemas.microsoft.com/office/drawing/2014/main" id="{A32276BE-FFE3-D31F-CBA8-F3980CB24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7C0CCB65-2BAA-6992-4F20-6B1BC5C625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37523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1C63E783-BD9A-E54D-9E71-47B8A34D3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D7A18AD-10BF-3168-0CE3-E868B64AED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5496F359-AE7E-9728-1B73-9F4FDB5F0A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49AF856C-7057-70A4-5D9A-098F91326B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text 5">
            <a:extLst>
              <a:ext uri="{FF2B5EF4-FFF2-40B4-BE49-F238E27FC236}">
                <a16:creationId xmlns:a16="http://schemas.microsoft.com/office/drawing/2014/main" id="{01CAFBC9-6892-3405-B3CD-935C613C1DA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74BC5DA5-D702-0C97-3785-185B209F55F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362E3478-A014-7D18-B2CB-D01FF8145B5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Rubrik 8">
            <a:extLst>
              <a:ext uri="{FF2B5EF4-FFF2-40B4-BE49-F238E27FC236}">
                <a16:creationId xmlns:a16="http://schemas.microsoft.com/office/drawing/2014/main" id="{E29FD938-333A-EADF-6C33-D93197833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0B007E14-30B1-4FD0-E814-6360B6BC91F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1" name="Platshållare för bild 10">
            <a:extLst>
              <a:ext uri="{FF2B5EF4-FFF2-40B4-BE49-F238E27FC236}">
                <a16:creationId xmlns:a16="http://schemas.microsoft.com/office/drawing/2014/main" id="{8193B879-1921-B749-E9CE-454393CDEDB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2" name="Platshållare för datum 11">
            <a:extLst>
              <a:ext uri="{FF2B5EF4-FFF2-40B4-BE49-F238E27FC236}">
                <a16:creationId xmlns:a16="http://schemas.microsoft.com/office/drawing/2014/main" id="{55AAB744-12C3-FAFB-A4C7-F753F8F20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F5C43-22C5-40D2-BF36-FFF4E4DCCE5A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13" name="Platshållare för sidfot 12">
            <a:extLst>
              <a:ext uri="{FF2B5EF4-FFF2-40B4-BE49-F238E27FC236}">
                <a16:creationId xmlns:a16="http://schemas.microsoft.com/office/drawing/2014/main" id="{FB861F84-D248-8E51-67E8-CDBA9E48C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14" name="Platshållare för bildnummer 13">
            <a:extLst>
              <a:ext uri="{FF2B5EF4-FFF2-40B4-BE49-F238E27FC236}">
                <a16:creationId xmlns:a16="http://schemas.microsoft.com/office/drawing/2014/main" id="{B4989D69-7960-A30B-4A46-91C29D0F5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pPr/>
              <a:t>12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83061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EB12453B-B5AB-43D1-6788-C22799568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CC2A6-DEA0-4C60-A39A-E0D0B6BCCAA8}" type="datetime1">
              <a:rPr lang="sv-SE" smtClean="0"/>
              <a:pPr/>
              <a:t>2026-05-13</a:t>
            </a:fld>
            <a:endParaRPr lang="sv-SE" dirty="0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98F4FA85-3C4D-19C3-73F5-A885A527D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97EA590F-F524-3BD4-1196-452B3E88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pPr/>
              <a:t>13</a:t>
            </a:fld>
            <a:endParaRPr lang="sv-SE" dirty="0"/>
          </a:p>
        </p:txBody>
      </p:sp>
      <p:sp>
        <p:nvSpPr>
          <p:cNvPr id="5" name="Platshållare för bild 4">
            <a:extLst>
              <a:ext uri="{FF2B5EF4-FFF2-40B4-BE49-F238E27FC236}">
                <a16:creationId xmlns:a16="http://schemas.microsoft.com/office/drawing/2014/main" id="{ECFF07E4-7C22-B103-940A-6D724931CE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text 5">
            <a:extLst>
              <a:ext uri="{FF2B5EF4-FFF2-40B4-BE49-F238E27FC236}">
                <a16:creationId xmlns:a16="http://schemas.microsoft.com/office/drawing/2014/main" id="{44083F2F-EB00-DA35-F1BD-DF86D2EA76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D3B95D12-B734-E889-8094-41826635F9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C0C6D0C9-7262-ADDF-F8CD-AAA1FEA7853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text 8">
            <a:extLst>
              <a:ext uri="{FF2B5EF4-FFF2-40B4-BE49-F238E27FC236}">
                <a16:creationId xmlns:a16="http://schemas.microsoft.com/office/drawing/2014/main" id="{08034112-D976-4FB6-3625-B3F0A4FC8CE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D88782A1-2C04-0FE8-C0A8-7070FA94908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1" name="Platshållare för text 10">
            <a:extLst>
              <a:ext uri="{FF2B5EF4-FFF2-40B4-BE49-F238E27FC236}">
                <a16:creationId xmlns:a16="http://schemas.microsoft.com/office/drawing/2014/main" id="{FB878659-884C-07A7-BFC4-F900D2AE3F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2" name="Rubrik 11">
            <a:extLst>
              <a:ext uri="{FF2B5EF4-FFF2-40B4-BE49-F238E27FC236}">
                <a16:creationId xmlns:a16="http://schemas.microsoft.com/office/drawing/2014/main" id="{A1542B98-472D-A415-BB3C-247EE9314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3" name="Platshållare för bild 12">
            <a:extLst>
              <a:ext uri="{FF2B5EF4-FFF2-40B4-BE49-F238E27FC236}">
                <a16:creationId xmlns:a16="http://schemas.microsoft.com/office/drawing/2014/main" id="{F0ADE93A-12F3-A52E-53E4-80786230E6D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4" name="Platshållare för bild 13">
            <a:extLst>
              <a:ext uri="{FF2B5EF4-FFF2-40B4-BE49-F238E27FC236}">
                <a16:creationId xmlns:a16="http://schemas.microsoft.com/office/drawing/2014/main" id="{6D5B46FF-8714-A5C9-3B40-4CB5DCC27EA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5" name="Platshållare för text 14">
            <a:extLst>
              <a:ext uri="{FF2B5EF4-FFF2-40B4-BE49-F238E27FC236}">
                <a16:creationId xmlns:a16="http://schemas.microsoft.com/office/drawing/2014/main" id="{0D31971D-735A-79F6-2BC3-7298AFB10F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34122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EC78712F-566B-C615-5E80-150BB03F868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BA48270B-0684-C0F9-AF96-469ABFE0F6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9E06E14E-D542-D707-7A0C-8D443224BA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C7D65907-AF79-5174-2205-6C908FABE09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text 5">
            <a:extLst>
              <a:ext uri="{FF2B5EF4-FFF2-40B4-BE49-F238E27FC236}">
                <a16:creationId xmlns:a16="http://schemas.microsoft.com/office/drawing/2014/main" id="{3DA67E74-1D23-AFD4-6822-5099F49A84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DCFD9946-9DBC-8017-67D1-A96067BF6B1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00DEAEE7-1C8F-7C51-490C-380D390700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Rubrik 8">
            <a:extLst>
              <a:ext uri="{FF2B5EF4-FFF2-40B4-BE49-F238E27FC236}">
                <a16:creationId xmlns:a16="http://schemas.microsoft.com/office/drawing/2014/main" id="{0BBF44A1-1B65-0F5D-98E9-7F4D2A848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6B3C3322-3EC0-3069-7830-0762263F1D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1" name="Platshållare för bild 10">
            <a:extLst>
              <a:ext uri="{FF2B5EF4-FFF2-40B4-BE49-F238E27FC236}">
                <a16:creationId xmlns:a16="http://schemas.microsoft.com/office/drawing/2014/main" id="{4AC0AFA1-633C-6297-74FA-24FC9B73C0D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2" name="Platshållare för datum 11">
            <a:extLst>
              <a:ext uri="{FF2B5EF4-FFF2-40B4-BE49-F238E27FC236}">
                <a16:creationId xmlns:a16="http://schemas.microsoft.com/office/drawing/2014/main" id="{E37D7F1C-0192-1A04-524C-7D3F2F5BE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F5C43-22C5-40D2-BF36-FFF4E4DCCE5A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13" name="Platshållare för sidfot 12">
            <a:extLst>
              <a:ext uri="{FF2B5EF4-FFF2-40B4-BE49-F238E27FC236}">
                <a16:creationId xmlns:a16="http://schemas.microsoft.com/office/drawing/2014/main" id="{856B3AC9-B9F8-7BD0-2E6C-5B9FF1D1C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14" name="Platshållare för bildnummer 13">
            <a:extLst>
              <a:ext uri="{FF2B5EF4-FFF2-40B4-BE49-F238E27FC236}">
                <a16:creationId xmlns:a16="http://schemas.microsoft.com/office/drawing/2014/main" id="{6E73E8F5-5D56-2709-7E70-11F18D686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pPr/>
              <a:t>14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823744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6A6927DA-69BA-C806-C21B-33E6757F5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F5C43-22C5-40D2-BF36-FFF4E4DCCE5A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6F63F1B6-7E49-44AA-2CC5-7C8C95B8B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65155717-75D4-6713-C39E-C88E6CB0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pPr/>
              <a:t>15</a:t>
            </a:fld>
            <a:endParaRPr lang="sv-SE" dirty="0"/>
          </a:p>
        </p:txBody>
      </p:sp>
      <p:sp>
        <p:nvSpPr>
          <p:cNvPr id="5" name="Platshållare för bild 4">
            <a:extLst>
              <a:ext uri="{FF2B5EF4-FFF2-40B4-BE49-F238E27FC236}">
                <a16:creationId xmlns:a16="http://schemas.microsoft.com/office/drawing/2014/main" id="{9AC3F998-1891-0AE9-E4CA-3325A9AFC1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text 5">
            <a:extLst>
              <a:ext uri="{FF2B5EF4-FFF2-40B4-BE49-F238E27FC236}">
                <a16:creationId xmlns:a16="http://schemas.microsoft.com/office/drawing/2014/main" id="{9E075B8D-90C4-0C6B-3EDA-ED0AF5CEDE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D1DD03BA-29B7-8991-011B-609E0DC231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8788E8F4-0E5B-0CCB-DCC7-102A3A10B8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text 8">
            <a:extLst>
              <a:ext uri="{FF2B5EF4-FFF2-40B4-BE49-F238E27FC236}">
                <a16:creationId xmlns:a16="http://schemas.microsoft.com/office/drawing/2014/main" id="{79D9B91E-962D-B310-0851-F1D5E3E7D6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6BE1CF91-FA72-E34A-304B-FC76D377E0E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1" name="Platshållare för text 10">
            <a:extLst>
              <a:ext uri="{FF2B5EF4-FFF2-40B4-BE49-F238E27FC236}">
                <a16:creationId xmlns:a16="http://schemas.microsoft.com/office/drawing/2014/main" id="{E386FC23-BB37-12A6-8482-C35DDFA48C0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2" name="Rubrik 11">
            <a:extLst>
              <a:ext uri="{FF2B5EF4-FFF2-40B4-BE49-F238E27FC236}">
                <a16:creationId xmlns:a16="http://schemas.microsoft.com/office/drawing/2014/main" id="{DB06CE27-885D-89E1-B9D4-618682F10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3" name="Platshållare för bild 12">
            <a:extLst>
              <a:ext uri="{FF2B5EF4-FFF2-40B4-BE49-F238E27FC236}">
                <a16:creationId xmlns:a16="http://schemas.microsoft.com/office/drawing/2014/main" id="{3ABF4CA3-5AB5-0128-DDDF-3B3F4D77AA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4" name="Platshållare för bild 13">
            <a:extLst>
              <a:ext uri="{FF2B5EF4-FFF2-40B4-BE49-F238E27FC236}">
                <a16:creationId xmlns:a16="http://schemas.microsoft.com/office/drawing/2014/main" id="{200B57F4-ECB3-0BCD-52BD-A51D9BE0DDE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39955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1">
            <a:extLst>
              <a:ext uri="{FF2B5EF4-FFF2-40B4-BE49-F238E27FC236}">
                <a16:creationId xmlns:a16="http://schemas.microsoft.com/office/drawing/2014/main" id="{EBB32C9F-4411-A6EF-3EC8-B2075C34B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3" name="Platshållare för bildnummer 2">
            <a:extLst>
              <a:ext uri="{FF2B5EF4-FFF2-40B4-BE49-F238E27FC236}">
                <a16:creationId xmlns:a16="http://schemas.microsoft.com/office/drawing/2014/main" id="{F4F5E882-32B8-76D4-CC38-38CA16D2A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pPr/>
              <a:t>16</a:t>
            </a:fld>
            <a:endParaRPr lang="sv-SE" dirty="0"/>
          </a:p>
        </p:txBody>
      </p:sp>
      <p:sp>
        <p:nvSpPr>
          <p:cNvPr id="4" name="Platshållare för bild 3">
            <a:extLst>
              <a:ext uri="{FF2B5EF4-FFF2-40B4-BE49-F238E27FC236}">
                <a16:creationId xmlns:a16="http://schemas.microsoft.com/office/drawing/2014/main" id="{FBD17114-8623-FFDE-6042-8E1ADD0536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987DD0AF-9B5C-CEAE-277B-085AFB59D99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text 5">
            <a:extLst>
              <a:ext uri="{FF2B5EF4-FFF2-40B4-BE49-F238E27FC236}">
                <a16:creationId xmlns:a16="http://schemas.microsoft.com/office/drawing/2014/main" id="{80FDE70A-602D-D466-1FC8-48A248EF7AC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Rubrik 6">
            <a:extLst>
              <a:ext uri="{FF2B5EF4-FFF2-40B4-BE49-F238E27FC236}">
                <a16:creationId xmlns:a16="http://schemas.microsoft.com/office/drawing/2014/main" id="{E2CA292E-A69C-D165-28B0-0FC4F4686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8" name="Platshållare för bild 7">
            <a:extLst>
              <a:ext uri="{FF2B5EF4-FFF2-40B4-BE49-F238E27FC236}">
                <a16:creationId xmlns:a16="http://schemas.microsoft.com/office/drawing/2014/main" id="{AE8DBD03-0B0B-AD5F-289A-70F518A2563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text 8">
            <a:extLst>
              <a:ext uri="{FF2B5EF4-FFF2-40B4-BE49-F238E27FC236}">
                <a16:creationId xmlns:a16="http://schemas.microsoft.com/office/drawing/2014/main" id="{317ED2F4-1928-D72E-201E-5867F700A9C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063C24F7-9FF2-E620-B63E-C3638593E35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1" name="Platshållare för bild 10">
            <a:extLst>
              <a:ext uri="{FF2B5EF4-FFF2-40B4-BE49-F238E27FC236}">
                <a16:creationId xmlns:a16="http://schemas.microsoft.com/office/drawing/2014/main" id="{3C8AD3E1-0B69-6807-434E-FDBC69A12FB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2" name="Platshållare för text 11">
            <a:extLst>
              <a:ext uri="{FF2B5EF4-FFF2-40B4-BE49-F238E27FC236}">
                <a16:creationId xmlns:a16="http://schemas.microsoft.com/office/drawing/2014/main" id="{5D5847FD-CEC7-1F29-C1CC-A4AB2A4BE4A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3" name="Platshållare för text 12">
            <a:extLst>
              <a:ext uri="{FF2B5EF4-FFF2-40B4-BE49-F238E27FC236}">
                <a16:creationId xmlns:a16="http://schemas.microsoft.com/office/drawing/2014/main" id="{1FF30172-C33A-374B-C5AE-315CD6D90F6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4" name="Platshållare för bild 13">
            <a:extLst>
              <a:ext uri="{FF2B5EF4-FFF2-40B4-BE49-F238E27FC236}">
                <a16:creationId xmlns:a16="http://schemas.microsoft.com/office/drawing/2014/main" id="{44D686DC-A328-56D7-C439-2AFEE667142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5" name="Platshållare för text 14">
            <a:extLst>
              <a:ext uri="{FF2B5EF4-FFF2-40B4-BE49-F238E27FC236}">
                <a16:creationId xmlns:a16="http://schemas.microsoft.com/office/drawing/2014/main" id="{5B78DE05-6F1F-88E1-F91D-1E4BD6CBBA4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6" name="Platshållare för text 15">
            <a:extLst>
              <a:ext uri="{FF2B5EF4-FFF2-40B4-BE49-F238E27FC236}">
                <a16:creationId xmlns:a16="http://schemas.microsoft.com/office/drawing/2014/main" id="{6FB1C58B-95D8-1BD9-1146-97B763B28C1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7" name="Platshållare för bild 16">
            <a:extLst>
              <a:ext uri="{FF2B5EF4-FFF2-40B4-BE49-F238E27FC236}">
                <a16:creationId xmlns:a16="http://schemas.microsoft.com/office/drawing/2014/main" id="{4C118FD4-F087-9A98-700C-B17582E2171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8" name="Platshållare för text 17">
            <a:extLst>
              <a:ext uri="{FF2B5EF4-FFF2-40B4-BE49-F238E27FC236}">
                <a16:creationId xmlns:a16="http://schemas.microsoft.com/office/drawing/2014/main" id="{25A40326-6A16-4FAC-E4EB-764C7FDE656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9" name="Platshållare för text 18">
            <a:extLst>
              <a:ext uri="{FF2B5EF4-FFF2-40B4-BE49-F238E27FC236}">
                <a16:creationId xmlns:a16="http://schemas.microsoft.com/office/drawing/2014/main" id="{AFB90ACE-ED36-75B4-2C7B-32887B0A1A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20" name="Platshållare för bild 19">
            <a:extLst>
              <a:ext uri="{FF2B5EF4-FFF2-40B4-BE49-F238E27FC236}">
                <a16:creationId xmlns:a16="http://schemas.microsoft.com/office/drawing/2014/main" id="{DB7BE9F2-341E-5BD7-5305-A52B9024E13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21" name="Platshållare för text 20">
            <a:extLst>
              <a:ext uri="{FF2B5EF4-FFF2-40B4-BE49-F238E27FC236}">
                <a16:creationId xmlns:a16="http://schemas.microsoft.com/office/drawing/2014/main" id="{D6532FCD-7CBE-20C5-98FF-CCABE59E7B0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22" name="Platshållare för text 21">
            <a:extLst>
              <a:ext uri="{FF2B5EF4-FFF2-40B4-BE49-F238E27FC236}">
                <a16:creationId xmlns:a16="http://schemas.microsoft.com/office/drawing/2014/main" id="{3BBF01DE-F9E1-2906-8AE4-BF55FF4F344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44887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0E7D8482-3B1E-A077-FA59-467362143A5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17F51440-BC3F-80C7-B855-C56970F00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54AE2-1B86-4FDD-8AAA-3B2673B0C726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AF59CE3-D9AE-919C-070F-0D9BA02B0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6D30140F-D187-5D00-D47A-92FFF63A8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9F8C-5C5F-45C4-867D-26540600E532}" type="slidenum">
              <a:rPr lang="sv-SE" smtClean="0"/>
              <a:pPr/>
              <a:t>17</a:t>
            </a:fld>
            <a:endParaRPr lang="sv-SE" dirty="0"/>
          </a:p>
        </p:txBody>
      </p:sp>
      <p:sp>
        <p:nvSpPr>
          <p:cNvPr id="6" name="Rubrik 5">
            <a:extLst>
              <a:ext uri="{FF2B5EF4-FFF2-40B4-BE49-F238E27FC236}">
                <a16:creationId xmlns:a16="http://schemas.microsoft.com/office/drawing/2014/main" id="{99F2BFFC-CC9C-74BD-D743-AAF03B6B8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DF855BFF-56E9-C663-65BA-347DAFF460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22388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3577FDDA-7044-0F6D-CC06-38CC6543F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5FADB-B3A5-4936-A729-E333437FD621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9D75188A-98EA-FEE5-35E5-36ADF7410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4338C0F0-F25B-332D-2856-1D4BF62A7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9F8C-5C5F-45C4-867D-26540600E532}" type="slidenum">
              <a:rPr lang="sv-SE" smtClean="0"/>
              <a:pPr/>
              <a:t>18</a:t>
            </a:fld>
            <a:endParaRPr lang="sv-SE" dirty="0"/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254270E1-C822-3530-D2F6-443E1472C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BB9ECF4B-E146-644C-0068-B82BD7BE8C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C96275A5-EE4D-E053-9CC4-BB44BAEFD04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3B51BE7C-FE55-BC4C-9BDD-D2679F1F06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16264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C8A6CDB0-DC2D-6EC1-23A2-2D6DC59ECA6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E6D02695-1DCE-8C7D-5F6B-4258B7122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C8AFA-EE95-4E1F-AB35-92FB4970088D}" type="datetime1">
              <a:rPr lang="sv-SE" smtClean="0"/>
              <a:pPr/>
              <a:t>2026-05-13</a:t>
            </a:fld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81F5D2C-A277-B794-FCBC-CD63EC610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CB3B2315-5227-425C-DDD1-F1E7E5315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9F8C-5C5F-45C4-867D-26540600E532}" type="slidenum">
              <a:rPr lang="sv-SE" smtClean="0"/>
              <a:pPr/>
              <a:t>19</a:t>
            </a:fld>
            <a:endParaRPr lang="sv-SE" dirty="0"/>
          </a:p>
        </p:txBody>
      </p:sp>
      <p:sp>
        <p:nvSpPr>
          <p:cNvPr id="6" name="Rubrik 5">
            <a:extLst>
              <a:ext uri="{FF2B5EF4-FFF2-40B4-BE49-F238E27FC236}">
                <a16:creationId xmlns:a16="http://schemas.microsoft.com/office/drawing/2014/main" id="{62680AB7-3F0C-1167-4652-035ACBB69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4139B997-AEB4-C3D2-F7A2-0F1C79259D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FA8635F1-7A7B-A42E-33E3-B5E39178A2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text 8">
            <a:extLst>
              <a:ext uri="{FF2B5EF4-FFF2-40B4-BE49-F238E27FC236}">
                <a16:creationId xmlns:a16="http://schemas.microsoft.com/office/drawing/2014/main" id="{5CC9C833-8617-2005-C672-313C22DB7A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07981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EE1975A8-B3D4-697D-17FA-B22CB6FCE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17D80-F841-4D94-897C-D1CE2FC087BD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944E01D5-7CAA-288D-262D-06CC2D092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BBF4C30A-D921-3A64-4005-E47EED56E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9F8C-5C5F-45C4-867D-26540600E532}" type="slidenum">
              <a:rPr lang="sv-SE" smtClean="0"/>
              <a:pPr/>
              <a:t>20</a:t>
            </a:fld>
            <a:endParaRPr lang="sv-SE" dirty="0"/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2250F1BF-4884-B686-18A3-47DED79AB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9CE070AF-EB29-55D8-C9F8-DCFC65146D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A2478A40-DE69-98E8-2893-67680A3EC3A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8" name="Platshållare för bild 7">
            <a:extLst>
              <a:ext uri="{FF2B5EF4-FFF2-40B4-BE49-F238E27FC236}">
                <a16:creationId xmlns:a16="http://schemas.microsoft.com/office/drawing/2014/main" id="{DADCB766-2752-4EA3-675F-4C1FE98B3CB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text 8">
            <a:extLst>
              <a:ext uri="{FF2B5EF4-FFF2-40B4-BE49-F238E27FC236}">
                <a16:creationId xmlns:a16="http://schemas.microsoft.com/office/drawing/2014/main" id="{F5B06AD1-1747-7586-A315-9081C7286E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E7A0950E-D212-5DB5-532A-88747AA82A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43235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B7534E56-72C6-A297-A3AA-14DE78DC4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BA5AB-0444-4B17-A72B-1A937531119B}" type="datetime1">
              <a:rPr lang="sv-SE" smtClean="0"/>
              <a:pPr/>
              <a:t>2026-05-13</a:t>
            </a:fld>
            <a:endParaRPr lang="sv-SE" dirty="0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B84E59D8-89C0-46AC-A3F0-AEAEED94F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3EABDCDF-51D5-3656-3A98-0AC7EE3CC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9F8C-5C5F-45C4-867D-26540600E532}" type="slidenum">
              <a:rPr lang="sv-SE" smtClean="0"/>
              <a:pPr/>
              <a:t>21</a:t>
            </a:fld>
            <a:endParaRPr lang="sv-SE" dirty="0"/>
          </a:p>
        </p:txBody>
      </p:sp>
      <p:sp>
        <p:nvSpPr>
          <p:cNvPr id="5" name="Platshållare för bild 4">
            <a:extLst>
              <a:ext uri="{FF2B5EF4-FFF2-40B4-BE49-F238E27FC236}">
                <a16:creationId xmlns:a16="http://schemas.microsoft.com/office/drawing/2014/main" id="{9E3DA75F-F792-570B-A5B9-D7B1D6E42D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E9A31BB7-EAD5-F4BD-9D8B-DB3B11B7BD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EF127300-95A1-4655-996B-3E4DF69D3F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8" name="Platshållare för bild 7">
            <a:extLst>
              <a:ext uri="{FF2B5EF4-FFF2-40B4-BE49-F238E27FC236}">
                <a16:creationId xmlns:a16="http://schemas.microsoft.com/office/drawing/2014/main" id="{F65F17AF-6F4C-0F2D-D68D-B2CF40DAEA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text 8">
            <a:extLst>
              <a:ext uri="{FF2B5EF4-FFF2-40B4-BE49-F238E27FC236}">
                <a16:creationId xmlns:a16="http://schemas.microsoft.com/office/drawing/2014/main" id="{8E3B0F62-9CE2-DAE9-3F0E-53F1E41DE9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6414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DF6AEA13-4EAD-EBA1-FBF9-7D3D7EE4C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4729-331E-4AE7-8C24-AAB630C8973D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69B63E64-DF18-B91F-3E35-0D94BE459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B41E9BC0-3119-64A6-3141-E36C26044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9F8C-5C5F-45C4-867D-26540600E532}" type="slidenum">
              <a:rPr lang="sv-SE" smtClean="0"/>
              <a:pPr/>
              <a:t>22</a:t>
            </a:fld>
            <a:endParaRPr lang="sv-SE" dirty="0"/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C6A30F56-3E87-3D59-FF8D-A53B24452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5E174E7F-592B-BFFF-ADA8-D51ABEEB6DF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237322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5E1BBB3D-0CC4-4635-A8CD-8F728A570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53CD-4D42-4C75-9ADC-DBD34BDEB5A2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18503E82-BCCA-9FCC-8B2B-535E57DD7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53DCE77D-CE4B-09E8-D8F0-1734127C6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9F8C-5C5F-45C4-867D-26540600E532}" type="slidenum">
              <a:rPr lang="sv-SE" smtClean="0"/>
              <a:pPr/>
              <a:t>23</a:t>
            </a:fld>
            <a:endParaRPr lang="sv-SE" dirty="0"/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502F18EF-9764-6578-C4C2-F67F5EB5F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EF057EED-0900-06FB-9AD4-439BE4243E8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879734A7-C207-7BC0-6D9B-7EB6592C11A6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852646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2EBE6486-B5B1-1F89-A341-32625F81FB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6C34AA81-AE13-C948-E821-1F4CA9EA02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4371466F-6F56-F866-8072-81ABB121D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249D1EDE-0037-9EEE-CDC7-0B97C93000E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B615C31-7C58-4A5D-8124-D3F8DB5E8A9D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DABAB78F-28A0-9542-1060-171357B21AD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B5AAD65C-DD98-8403-28A4-7D41FCED398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pPr/>
              <a:t>24</a:t>
            </a:fld>
            <a:endParaRPr lang="sv-SE" dirty="0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BE3EA5A0-46A4-B0E7-53FE-941FCA10B6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886301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2FF55DFD-E74F-D6AF-EC85-0AFB621F5F7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18CFD9B2-8891-BB21-BC3B-269E1170F5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2638634-5858-7172-3BC8-D1FCD0289D3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B615C31-7C58-4A5D-8124-D3F8DB5E8A9D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ECDE3AE-2BCF-8402-C57E-DE9ED096A2C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3358FE8-1100-F884-AD00-83B5D45BDF6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pPr/>
              <a:t>25</a:t>
            </a:fld>
            <a:endParaRPr lang="sv-SE" dirty="0"/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DD172A95-0AF9-E24F-D1C3-06AFC72153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268338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0FDB243A-885A-FA32-A9AA-EE6B11A9A9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1386704-C4A6-88AC-C2E4-1529CCDB9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3DE083A7-DDD2-DC37-4D50-1F93A465C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57D2021A-425C-7BB6-6288-F24C472FAE3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A87E533-8C4F-40B6-961F-450FF774BC28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FC79912F-4E5D-2835-FEB5-4F4D60806FF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0831716D-BD40-EE8A-7E59-1514FC064AC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pPr/>
              <a:t>26</a:t>
            </a:fld>
            <a:endParaRPr lang="sv-SE" dirty="0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70379E0E-01DA-2243-8103-B4997B0583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55188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A3317B8E-26E5-0F6C-372C-C2B1C1207A8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F94CF8C0-3049-A8F0-27A4-54C4C13169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285823B0-0314-DBE1-7A33-16C12465C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E504CD4F-D2B7-2C27-FFDB-829A60518DB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A87E533-8C4F-40B6-961F-450FF774BC28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B2428F88-8ED8-360F-2F81-15FA0B4236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D21850D8-C95F-1829-8246-5ED50AA7961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pPr/>
              <a:t>27</a:t>
            </a:fld>
            <a:endParaRPr lang="sv-SE" dirty="0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E3DD2AE8-D222-5A7D-6D97-D0527D3638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33510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text 1">
            <a:extLst>
              <a:ext uri="{FF2B5EF4-FFF2-40B4-BE49-F238E27FC236}">
                <a16:creationId xmlns:a16="http://schemas.microsoft.com/office/drawing/2014/main" id="{489E337E-823E-7624-48FC-AA8E8D82AC7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42B8680B-2DF2-C895-CE6C-66D73BCB8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 3">
            <a:extLst>
              <a:ext uri="{FF2B5EF4-FFF2-40B4-BE49-F238E27FC236}">
                <a16:creationId xmlns:a16="http://schemas.microsoft.com/office/drawing/2014/main" id="{64D8B399-84BE-76B8-83BA-1330B8E28F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4E23CA2E-0886-AC2B-4D7C-954DCD3FD46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209578F-4B97-4357-9A40-01BC971131EC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A27F8E16-0135-68AE-8A1A-79809FA4A6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20A02AF8-2AD4-472C-810A-A8076D22E8F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pPr/>
              <a:t>28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0700351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65A0DA61-1025-34B5-530F-0CB9300E98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22DFE5A6-C455-460B-C964-2C230FCE3A6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29481FDB-27A9-DEE2-5D8F-40C93E5A6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FDE4D49-E22D-8DFF-5E97-8706A2414C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pPr/>
              <a:t>29</a:t>
            </a:fld>
            <a:endParaRPr lang="sv-SE" dirty="0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8DD65E96-A0F3-76CC-4AC4-B70E53F923D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E7CA5ED1-F836-8BAA-9E51-B16CAA2AB6F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A87E533-8C4F-40B6-961F-450FF774BC28}" type="datetime1">
              <a:rPr lang="sv-SE" smtClean="0"/>
              <a:pPr/>
              <a:t>2026-05-13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9829787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63E7AF6C-E631-E458-0711-2658D1F432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BD1D0C85-3707-9BF2-E5AC-D3BD2948C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061784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1">
            <a:extLst>
              <a:ext uri="{FF2B5EF4-FFF2-40B4-BE49-F238E27FC236}">
                <a16:creationId xmlns:a16="http://schemas.microsoft.com/office/drawing/2014/main" id="{F8BD4E69-A507-7B65-E31D-B53DE097DE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D728CA1-D249-51AF-9944-F0E5AF4C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D7D1-8154-4955-B401-B8116DC6661E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EF14BF9A-8F30-85B2-B108-AB211A832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DBDC50A6-DB28-49D2-92C4-AEC8BB9E1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9F8C-5C5F-45C4-867D-26540600E532}" type="slidenum">
              <a:rPr lang="sv-SE" smtClean="0"/>
              <a:pPr/>
              <a:t>31</a:t>
            </a:fld>
            <a:endParaRPr lang="sv-SE" dirty="0"/>
          </a:p>
        </p:txBody>
      </p:sp>
      <p:sp>
        <p:nvSpPr>
          <p:cNvPr id="6" name="Rubrik 5">
            <a:extLst>
              <a:ext uri="{FF2B5EF4-FFF2-40B4-BE49-F238E27FC236}">
                <a16:creationId xmlns:a16="http://schemas.microsoft.com/office/drawing/2014/main" id="{F270B633-65E0-BDD0-133D-063088C7F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9021155D-C9D3-012A-6E6E-C4D1174FA3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B7DD30E3-4996-A634-60AD-7713623981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963218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media 1">
            <a:extLst>
              <a:ext uri="{FF2B5EF4-FFF2-40B4-BE49-F238E27FC236}">
                <a16:creationId xmlns:a16="http://schemas.microsoft.com/office/drawing/2014/main" id="{48740571-4DDA-CB75-03A1-8AF89BCA6DD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578092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03A409E-FA13-447F-02ED-50D41CE34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BF82B227-DB8A-A310-5F4B-0DFD4955F5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705C21A7-4731-6908-B3A5-C09731B602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9262708E-CD7D-FBB9-7721-92D5903E2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53CD-4D42-4C75-9ADC-DBD34BDEB5A2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EA61B5E7-5113-A0E2-F48B-0E43C4DC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41CD2B0D-F3A3-5366-B8DA-1F9703774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9F8C-5C5F-45C4-867D-26540600E532}" type="slidenum">
              <a:rPr lang="sv-SE" smtClean="0"/>
              <a:pPr/>
              <a:t>33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8142264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6E44A06-FA7D-1663-6264-4E5755FA0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E051FD64-7F9E-ECBD-8FA7-2A88E29F24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73824BC0-7B41-7BB5-6329-DFB8B4C0D5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A1D71089-9F4C-E594-7F4C-45F4C206A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B53CD-4D42-4C75-9ADC-DBD34BDEB5A2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95087087-B215-64FF-94F2-71344411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17D5F066-1A72-D095-9E90-F376CB61C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19F8C-5C5F-45C4-867D-26540600E532}" type="slidenum">
              <a:rPr lang="sv-SE" smtClean="0"/>
              <a:pPr/>
              <a:t>34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120368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DA61B0BE-EA95-48B2-EA90-861FC6CD3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49305-1308-47CD-9197-F171CBD0F2E7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2AB8939B-4E34-BFCD-2B61-8ED594EC0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46D20B92-7679-C5B8-00A0-BBCB8275B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988FE-5450-4D13-83CD-A9004418B02C}" type="slidenum">
              <a:rPr lang="sv-SE" smtClean="0"/>
              <a:pPr/>
              <a:t>35</a:t>
            </a:fld>
            <a:endParaRPr lang="sv-SE" dirty="0"/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822F91F6-FBF1-7B3C-F89D-F14C73665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29912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C573ED5F-617D-8516-B97E-1665596F4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333A8-7753-4F7C-83D0-96120FF5418C}" type="datetime1">
              <a:rPr lang="sv-SE" smtClean="0"/>
              <a:t>2026-05-13</a:t>
            </a:fld>
            <a:endParaRPr lang="sv-SE" dirty="0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798A5D0F-7955-55CC-81FB-C979E2C5D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Presentationens titel</a:t>
            </a:r>
            <a:endParaRPr lang="sv-SE" dirty="0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0D7A5651-A1C2-56A7-D710-1C4D7A5E1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988FE-5450-4D13-83CD-A9004418B02C}" type="slidenum">
              <a:rPr lang="sv-SE" smtClean="0"/>
              <a:t>36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3473904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5CF68B7-080E-B00C-1CF0-CBC1124DE7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C098D76-BDEE-B587-3626-B8AA72448E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B17C7393-91BF-51A3-7B52-8519E3DD9C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07588925"/>
      </p:ext>
    </p:extLst>
  </p:cSld>
  <p:clrMapOvr>
    <a:masterClrMapping/>
  </p:clrMapOvr>
</p:sld>
</file>

<file path=ppt/theme/theme1.xml><?xml version="1.0" encoding="utf-8"?>
<a:theme xmlns:a="http://schemas.openxmlformats.org/drawingml/2006/main" name="Chalmers Fastigheter">
  <a:themeElements>
    <a:clrScheme name="Egen 1">
      <a:dk1>
        <a:srgbClr val="222222"/>
      </a:dk1>
      <a:lt1>
        <a:srgbClr val="FFFFFF"/>
      </a:lt1>
      <a:dk2>
        <a:srgbClr val="222222"/>
      </a:dk2>
      <a:lt2>
        <a:srgbClr val="F0EDE6"/>
      </a:lt2>
      <a:accent1>
        <a:srgbClr val="472CBE"/>
      </a:accent1>
      <a:accent2>
        <a:srgbClr val="9E92E8"/>
      </a:accent2>
      <a:accent3>
        <a:srgbClr val="6746EB"/>
      </a:accent3>
      <a:accent4>
        <a:srgbClr val="D987BA"/>
      </a:accent4>
      <a:accent5>
        <a:srgbClr val="36B7F6"/>
      </a:accent5>
      <a:accent6>
        <a:srgbClr val="61E9D2"/>
      </a:accent6>
      <a:hlink>
        <a:srgbClr val="472DBE"/>
      </a:hlink>
      <a:folHlink>
        <a:srgbClr val="7F7F7F"/>
      </a:folHlink>
    </a:clrScheme>
    <a:fontScheme name="Chalmer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500" dirty="0"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500" dirty="0">
            <a:cs typeface="Arial" panose="020B0604020202020204" pitchFamily="34" charset="0"/>
          </a:defRPr>
        </a:defPPr>
      </a:lstStyle>
    </a:txDef>
  </a:objectDefaults>
  <a:extraClrSchemeLst/>
  <a:custClrLst>
    <a:custClr>
      <a:srgbClr val="6746EB"/>
    </a:custClr>
    <a:custClr>
      <a:srgbClr val="36B7F6"/>
    </a:custClr>
    <a:custClr>
      <a:srgbClr val="F6D62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472DBE"/>
    </a:custClr>
    <a:custClr>
      <a:srgbClr val="61E9D2"/>
    </a:custClr>
    <a:custClr>
      <a:srgbClr val="ED712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9E92E8"/>
    </a:custClr>
    <a:custClr>
      <a:srgbClr val="ADD739"/>
    </a:custClr>
    <a:custClr>
      <a:srgbClr val="D52515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0EDE6"/>
    </a:custClr>
    <a:custClr>
      <a:srgbClr val="00B356"/>
    </a:custClr>
    <a:custClr>
      <a:srgbClr val="D987BA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Chalmers Tekniska Högskola SV_edit" id="{750B5E26-8C50-F440-88E6-22FA347C26A0}" vid="{2CD277D4-9BC6-0A4E-9CA5-F0B9EC3DEC3A}"/>
    </a:ext>
  </a:extLst>
</a:theme>
</file>

<file path=ppt/theme/theme2.xml><?xml version="1.0" encoding="utf-8"?>
<a:theme xmlns:a="http://schemas.openxmlformats.org/drawingml/2006/main" name="Office-tema">
  <a:themeElements>
    <a:clrScheme name="Chalmers">
      <a:dk1>
        <a:srgbClr val="222222"/>
      </a:dk1>
      <a:lt1>
        <a:sysClr val="window" lastClr="FFFFFF"/>
      </a:lt1>
      <a:dk2>
        <a:srgbClr val="222222"/>
      </a:dk2>
      <a:lt2>
        <a:srgbClr val="F0EDE6"/>
      </a:lt2>
      <a:accent1>
        <a:srgbClr val="6746EB"/>
      </a:accent1>
      <a:accent2>
        <a:srgbClr val="9E92E8"/>
      </a:accent2>
      <a:accent3>
        <a:srgbClr val="472DBE"/>
      </a:accent3>
      <a:accent4>
        <a:srgbClr val="D987BA"/>
      </a:accent4>
      <a:accent5>
        <a:srgbClr val="36B7F6"/>
      </a:accent5>
      <a:accent6>
        <a:srgbClr val="61E9D2"/>
      </a:accent6>
      <a:hlink>
        <a:srgbClr val="472DBE"/>
      </a:hlink>
      <a:folHlink>
        <a:srgbClr val="7F7F7F"/>
      </a:folHlink>
    </a:clrScheme>
    <a:fontScheme name="Chalmer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halmers">
      <a:dk1>
        <a:srgbClr val="222222"/>
      </a:dk1>
      <a:lt1>
        <a:sysClr val="window" lastClr="FFFFFF"/>
      </a:lt1>
      <a:dk2>
        <a:srgbClr val="222222"/>
      </a:dk2>
      <a:lt2>
        <a:srgbClr val="F0EDE6"/>
      </a:lt2>
      <a:accent1>
        <a:srgbClr val="6746EB"/>
      </a:accent1>
      <a:accent2>
        <a:srgbClr val="9E92E8"/>
      </a:accent2>
      <a:accent3>
        <a:srgbClr val="472DBE"/>
      </a:accent3>
      <a:accent4>
        <a:srgbClr val="D987BA"/>
      </a:accent4>
      <a:accent5>
        <a:srgbClr val="36B7F6"/>
      </a:accent5>
      <a:accent6>
        <a:srgbClr val="61E9D2"/>
      </a:accent6>
      <a:hlink>
        <a:srgbClr val="472DBE"/>
      </a:hlink>
      <a:folHlink>
        <a:srgbClr val="7F7F7F"/>
      </a:folHlink>
    </a:clrScheme>
    <a:fontScheme name="Chalmer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79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B931610-F55B-482F-8719-FC5500382874}">
  <we:reference id="33491e4f-5d38-4c24-85cb-c5144f8a0d2f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7532cd0-e888-47d6-8f58-db0210f25002" xsi:nil="true"/>
    <lcf76f155ced4ddcb4097134ff3c332f xmlns="10c3a147-0d64-46aa-a281-dc97358e837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29BBCBF21362E4099AE6C2F27C58737" ma:contentTypeVersion="19" ma:contentTypeDescription="Skapa ett nytt dokument." ma:contentTypeScope="" ma:versionID="152c87bf7a21ca12131bbae1647c085f">
  <xsd:schema xmlns:xsd="http://www.w3.org/2001/XMLSchema" xmlns:xs="http://www.w3.org/2001/XMLSchema" xmlns:p="http://schemas.microsoft.com/office/2006/metadata/properties" xmlns:ns2="10c3a147-0d64-46aa-a281-dc97358e8373" xmlns:ns3="d7532cd0-e888-47d6-8f58-db0210f25002" targetNamespace="http://schemas.microsoft.com/office/2006/metadata/properties" ma:root="true" ma:fieldsID="64c619c202f67b5841d4d90baa429090" ns2:_="" ns3:_="">
    <xsd:import namespace="10c3a147-0d64-46aa-a281-dc97358e8373"/>
    <xsd:import namespace="d7532cd0-e888-47d6-8f58-db0210f250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c3a147-0d64-46aa-a281-dc97358e83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Bildmarkeringar" ma:readOnly="false" ma:fieldId="{5cf76f15-5ced-4ddc-b409-7134ff3c332f}" ma:taxonomyMulti="true" ma:sspId="e641fc9e-d469-439b-858c-bb315f8f2b4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532cd0-e888-47d6-8f58-db0210f25002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Dela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lat med information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44c4eab-b693-4c8a-8498-22d3ccf1cf42}" ma:internalName="TaxCatchAll" ma:showField="CatchAllData" ma:web="d7532cd0-e888-47d6-8f58-db0210f250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4ABDA6A-1F6C-4B42-8544-08E5AE6AC91F}">
  <ds:schemaRefs>
    <ds:schemaRef ds:uri="http://schemas.microsoft.com/office/2006/metadata/properties"/>
    <ds:schemaRef ds:uri="10c3a147-0d64-46aa-a281-dc97358e8373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d7532cd0-e888-47d6-8f58-db0210f25002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CEBAD6A-AFE5-46E0-9A90-AF4AB80FFB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66A41E-F026-43F7-9E3C-54F5693AE7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c3a147-0d64-46aa-a281-dc97358e8373"/>
    <ds:schemaRef ds:uri="d7532cd0-e888-47d6-8f58-db0210f250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1042</TotalTime>
  <Words>848</Words>
  <Application>Microsoft Macintosh PowerPoint</Application>
  <PresentationFormat>Bredbild</PresentationFormat>
  <Paragraphs>159</Paragraphs>
  <Slides>37</Slides>
  <Notes>4</Notes>
  <HiddenSlides>4</HiddenSlides>
  <MMClips>0</MMClips>
  <ScaleCrop>false</ScaleCrop>
  <HeadingPairs>
    <vt:vector size="6" baseType="variant">
      <vt:variant>
        <vt:lpstr>Använt teckensnitt</vt:lpstr>
      </vt:variant>
      <vt:variant>
        <vt:i4>1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37</vt:i4>
      </vt:variant>
    </vt:vector>
  </HeadingPairs>
  <TitlesOfParts>
    <vt:vector size="39" baseType="lpstr">
      <vt:lpstr>Arial</vt:lpstr>
      <vt:lpstr>Chalmers Fastigheter</vt:lpstr>
      <vt:lpstr>Layouts, temafärger, temateckensnitt</vt:lpstr>
      <vt:lpstr>Bilder</vt:lpstr>
      <vt:lpstr>Hjälpmedel</vt:lpstr>
      <vt:lpstr>Hantera dokument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Saga Hedlund</dc:creator>
  <cp:lastModifiedBy>Jonas Magnusson</cp:lastModifiedBy>
  <cp:revision>10</cp:revision>
  <dcterms:created xsi:type="dcterms:W3CDTF">2026-05-11T12:47:23Z</dcterms:created>
  <dcterms:modified xsi:type="dcterms:W3CDTF">2026-05-13T13:38:18Z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0x010100129BBCBF21362E4099AE6C2F27C58737</vt:lpwstr>
  </property>
  <property fmtid="{D5CDD505-2E9C-101B-9397-08002B2CF9AE}" pid="3" name="Order">
    <vt:r8>32000</vt:r8>
  </property>
  <property fmtid="{D5CDD505-2E9C-101B-9397-08002B2CF9AE}" pid="4" name="MediaServiceImageTags">
    <vt:lpwstr/>
  </property>
</Properties>
</file>